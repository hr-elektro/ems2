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030" r:id="rId4"/>
    <p:sldMasterId id="2147484650" r:id="rId5"/>
    <p:sldMasterId id="2147485030" r:id="rId6"/>
    <p:sldMasterId id="2147485033" r:id="rId7"/>
  </p:sldMasterIdLst>
  <p:notesMasterIdLst>
    <p:notesMasterId r:id="rId40"/>
  </p:notesMasterIdLst>
  <p:handoutMasterIdLst>
    <p:handoutMasterId r:id="rId41"/>
  </p:handoutMasterIdLst>
  <p:sldIdLst>
    <p:sldId id="365" r:id="rId8"/>
    <p:sldId id="376" r:id="rId9"/>
    <p:sldId id="317" r:id="rId10"/>
    <p:sldId id="323" r:id="rId11"/>
    <p:sldId id="395" r:id="rId12"/>
    <p:sldId id="396" r:id="rId13"/>
    <p:sldId id="359" r:id="rId14"/>
    <p:sldId id="392" r:id="rId15"/>
    <p:sldId id="336" r:id="rId16"/>
    <p:sldId id="397" r:id="rId17"/>
    <p:sldId id="377" r:id="rId18"/>
    <p:sldId id="398" r:id="rId19"/>
    <p:sldId id="378" r:id="rId20"/>
    <p:sldId id="388" r:id="rId21"/>
    <p:sldId id="337" r:id="rId22"/>
    <p:sldId id="379" r:id="rId23"/>
    <p:sldId id="380" r:id="rId24"/>
    <p:sldId id="381" r:id="rId25"/>
    <p:sldId id="383" r:id="rId26"/>
    <p:sldId id="391" r:id="rId27"/>
    <p:sldId id="382" r:id="rId28"/>
    <p:sldId id="386" r:id="rId29"/>
    <p:sldId id="390" r:id="rId30"/>
    <p:sldId id="384" r:id="rId31"/>
    <p:sldId id="389" r:id="rId32"/>
    <p:sldId id="385" r:id="rId33"/>
    <p:sldId id="332" r:id="rId34"/>
    <p:sldId id="333" r:id="rId35"/>
    <p:sldId id="325" r:id="rId36"/>
    <p:sldId id="326" r:id="rId37"/>
    <p:sldId id="393" r:id="rId38"/>
    <p:sldId id="387" r:id="rId39"/>
  </p:sldIdLst>
  <p:sldSz cx="9144000" cy="5715000" type="screen16x1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orient="horz" pos="320" userDrawn="1">
          <p15:clr>
            <a:srgbClr val="A4A3A4"/>
          </p15:clr>
        </p15:guide>
        <p15:guide id="3" orient="horz" pos="2934" userDrawn="1">
          <p15:clr>
            <a:srgbClr val="A4A3A4"/>
          </p15:clr>
        </p15:guide>
        <p15:guide id="4" pos="2880" userDrawn="1">
          <p15:clr>
            <a:srgbClr val="A4A3A4"/>
          </p15:clr>
        </p15:guide>
        <p15:guide id="5" pos="1920" userDrawn="1">
          <p15:clr>
            <a:srgbClr val="A4A3A4"/>
          </p15:clr>
        </p15:guide>
        <p15:guide id="6" pos="960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8" pos="4800" userDrawn="1">
          <p15:clr>
            <a:srgbClr val="A4A3A4"/>
          </p15:clr>
        </p15:guide>
        <p15:guide id="9" pos="1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loop="1"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71327"/>
    <a:srgbClr val="CF0033"/>
    <a:srgbClr val="CC0033"/>
    <a:srgbClr val="B10538"/>
    <a:srgbClr val="D4737D"/>
    <a:srgbClr val="FBE0DF"/>
    <a:srgbClr val="A4D7DF"/>
    <a:srgbClr val="F3C3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296D6B-BDDB-4E01-91B1-84706787B72A}" v="1" dt="2021-09-27T08:02:31.5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Stijl, donker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94434" autoAdjust="0"/>
  </p:normalViewPr>
  <p:slideViewPr>
    <p:cSldViewPr>
      <p:cViewPr varScale="1">
        <p:scale>
          <a:sx n="125" d="100"/>
          <a:sy n="125" d="100"/>
        </p:scale>
        <p:origin x="1176" y="90"/>
      </p:cViewPr>
      <p:guideLst>
        <p:guide orient="horz" pos="1800"/>
        <p:guide orient="horz" pos="320"/>
        <p:guide orient="horz" pos="2934"/>
        <p:guide pos="2880"/>
        <p:guide pos="1920"/>
        <p:guide pos="960"/>
        <p:guide pos="3840"/>
        <p:guide pos="4800"/>
        <p:guide pos="1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microsoft.com/office/2016/11/relationships/changesInfo" Target="changesInfos/changesInfo1.xml"/><Relationship Id="rId20" Type="http://schemas.openxmlformats.org/officeDocument/2006/relationships/slide" Target="slides/slide13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rhagen, R.T. (Ron)" userId="232a7581-4ed9-4945-b881-14b492608e41" providerId="ADAL" clId="{BC296D6B-BDDB-4E01-91B1-84706787B72A}"/>
    <pc:docChg chg="addSld modSld">
      <pc:chgData name="Verhagen, R.T. (Ron)" userId="232a7581-4ed9-4945-b881-14b492608e41" providerId="ADAL" clId="{BC296D6B-BDDB-4E01-91B1-84706787B72A}" dt="2021-09-27T08:05:24.504" v="2"/>
      <pc:docMkLst>
        <pc:docMk/>
      </pc:docMkLst>
      <pc:sldChg chg="modSp add mod">
        <pc:chgData name="Verhagen, R.T. (Ron)" userId="232a7581-4ed9-4945-b881-14b492608e41" providerId="ADAL" clId="{BC296D6B-BDDB-4E01-91B1-84706787B72A}" dt="2021-09-27T08:05:24.504" v="2"/>
        <pc:sldMkLst>
          <pc:docMk/>
          <pc:sldMk cId="978914849" sldId="394"/>
        </pc:sldMkLst>
        <pc:spChg chg="mod">
          <ac:chgData name="Verhagen, R.T. (Ron)" userId="232a7581-4ed9-4945-b881-14b492608e41" providerId="ADAL" clId="{BC296D6B-BDDB-4E01-91B1-84706787B72A}" dt="2021-09-27T08:05:24.504" v="2"/>
          <ac:spMkLst>
            <pc:docMk/>
            <pc:sldMk cId="978914849" sldId="394"/>
            <ac:spMk id="2" creationId="{6B5A6FAB-97C1-44F1-80A1-86A91C32A86A}"/>
          </ac:spMkLst>
        </pc:spChg>
        <pc:spChg chg="mod">
          <ac:chgData name="Verhagen, R.T. (Ron)" userId="232a7581-4ed9-4945-b881-14b492608e41" providerId="ADAL" clId="{BC296D6B-BDDB-4E01-91B1-84706787B72A}" dt="2021-09-27T08:02:51.345" v="1" actId="207"/>
          <ac:spMkLst>
            <pc:docMk/>
            <pc:sldMk cId="978914849" sldId="394"/>
            <ac:spMk id="12" creationId="{66000E49-58CC-40C7-AFF3-9AF3F9B02E4F}"/>
          </ac:spMkLst>
        </pc:spChg>
      </pc:sldChg>
    </pc:docChg>
  </pc:docChgLst>
  <pc:docChgLst>
    <pc:chgData name="Verhagen, R.T. (Ron)" userId="232a7581-4ed9-4945-b881-14b492608e41" providerId="ADAL" clId="{3AE7B034-5E03-4C9D-89DC-E2455AE82F79}"/>
    <pc:docChg chg="modSld">
      <pc:chgData name="Verhagen, R.T. (Ron)" userId="232a7581-4ed9-4945-b881-14b492608e41" providerId="ADAL" clId="{3AE7B034-5E03-4C9D-89DC-E2455AE82F79}" dt="2021-09-20T11:20:51.141" v="24" actId="14100"/>
      <pc:docMkLst>
        <pc:docMk/>
      </pc:docMkLst>
      <pc:sldChg chg="modSp mod">
        <pc:chgData name="Verhagen, R.T. (Ron)" userId="232a7581-4ed9-4945-b881-14b492608e41" providerId="ADAL" clId="{3AE7B034-5E03-4C9D-89DC-E2455AE82F79}" dt="2021-09-20T11:20:51.141" v="24" actId="14100"/>
        <pc:sldMkLst>
          <pc:docMk/>
          <pc:sldMk cId="444369580" sldId="390"/>
        </pc:sldMkLst>
        <pc:spChg chg="mod">
          <ac:chgData name="Verhagen, R.T. (Ron)" userId="232a7581-4ed9-4945-b881-14b492608e41" providerId="ADAL" clId="{3AE7B034-5E03-4C9D-89DC-E2455AE82F79}" dt="2021-09-20T11:20:51.141" v="24" actId="14100"/>
          <ac:spMkLst>
            <pc:docMk/>
            <pc:sldMk cId="444369580" sldId="390"/>
            <ac:spMk id="4" creationId="{8673093E-9BDB-4270-9B9C-EE03FF081B7D}"/>
          </ac:spMkLst>
        </pc:spChg>
      </pc:sldChg>
    </pc:docChg>
  </pc:docChgLst>
  <pc:docChgLst>
    <pc:chgData name="Ron" userId="232a7581-4ed9-4945-b881-14b492608e41" providerId="ADAL" clId="{3AE7B034-5E03-4C9D-89DC-E2455AE82F79}"/>
    <pc:docChg chg="custSel addSld modSld">
      <pc:chgData name="Ron" userId="232a7581-4ed9-4945-b881-14b492608e41" providerId="ADAL" clId="{3AE7B034-5E03-4C9D-89DC-E2455AE82F79}" dt="2021-09-20T09:49:51.400" v="569" actId="20577"/>
      <pc:docMkLst>
        <pc:docMk/>
      </pc:docMkLst>
      <pc:sldChg chg="modSp mod">
        <pc:chgData name="Ron" userId="232a7581-4ed9-4945-b881-14b492608e41" providerId="ADAL" clId="{3AE7B034-5E03-4C9D-89DC-E2455AE82F79}" dt="2021-09-20T07:26:47.028" v="0" actId="20577"/>
        <pc:sldMkLst>
          <pc:docMk/>
          <pc:sldMk cId="3538151483" sldId="376"/>
        </pc:sldMkLst>
        <pc:spChg chg="mod">
          <ac:chgData name="Ron" userId="232a7581-4ed9-4945-b881-14b492608e41" providerId="ADAL" clId="{3AE7B034-5E03-4C9D-89DC-E2455AE82F79}" dt="2021-09-20T07:26:47.028" v="0" actId="20577"/>
          <ac:spMkLst>
            <pc:docMk/>
            <pc:sldMk cId="3538151483" sldId="376"/>
            <ac:spMk id="5" creationId="{10646654-47AB-4806-A42A-CF107F34BCA3}"/>
          </ac:spMkLst>
        </pc:spChg>
      </pc:sldChg>
      <pc:sldChg chg="addSp modSp mod">
        <pc:chgData name="Ron" userId="232a7581-4ed9-4945-b881-14b492608e41" providerId="ADAL" clId="{3AE7B034-5E03-4C9D-89DC-E2455AE82F79}" dt="2021-09-20T08:30:18.766" v="482" actId="20577"/>
        <pc:sldMkLst>
          <pc:docMk/>
          <pc:sldMk cId="1311446535" sldId="378"/>
        </pc:sldMkLst>
        <pc:spChg chg="add mod">
          <ac:chgData name="Ron" userId="232a7581-4ed9-4945-b881-14b492608e41" providerId="ADAL" clId="{3AE7B034-5E03-4C9D-89DC-E2455AE82F79}" dt="2021-09-20T08:30:18.766" v="482" actId="20577"/>
          <ac:spMkLst>
            <pc:docMk/>
            <pc:sldMk cId="1311446535" sldId="378"/>
            <ac:spMk id="2" creationId="{4332BC37-4304-4D12-96CB-BC34C0E4882D}"/>
          </ac:spMkLst>
        </pc:spChg>
        <pc:spChg chg="mod">
          <ac:chgData name="Ron" userId="232a7581-4ed9-4945-b881-14b492608e41" providerId="ADAL" clId="{3AE7B034-5E03-4C9D-89DC-E2455AE82F79}" dt="2021-09-20T07:59:04.094" v="72" actId="1076"/>
          <ac:spMkLst>
            <pc:docMk/>
            <pc:sldMk cId="1311446535" sldId="378"/>
            <ac:spMk id="4" creationId="{EFEC421C-2E7D-47B9-A1AF-9DA1AC2A24DA}"/>
          </ac:spMkLst>
        </pc:spChg>
        <pc:spChg chg="mod">
          <ac:chgData name="Ron" userId="232a7581-4ed9-4945-b881-14b492608e41" providerId="ADAL" clId="{3AE7B034-5E03-4C9D-89DC-E2455AE82F79}" dt="2021-09-20T07:59:12.364" v="91" actId="1038"/>
          <ac:spMkLst>
            <pc:docMk/>
            <pc:sldMk cId="1311446535" sldId="378"/>
            <ac:spMk id="8" creationId="{E24592C6-BD06-4F34-A009-F8E89479EE14}"/>
          </ac:spMkLst>
        </pc:spChg>
        <pc:spChg chg="mod">
          <ac:chgData name="Ron" userId="232a7581-4ed9-4945-b881-14b492608e41" providerId="ADAL" clId="{3AE7B034-5E03-4C9D-89DC-E2455AE82F79}" dt="2021-09-20T07:59:12.364" v="91" actId="1038"/>
          <ac:spMkLst>
            <pc:docMk/>
            <pc:sldMk cId="1311446535" sldId="378"/>
            <ac:spMk id="9" creationId="{ED759CE5-E802-4AD4-8CBB-DF41DA79464C}"/>
          </ac:spMkLst>
        </pc:spChg>
        <pc:picChg chg="mod">
          <ac:chgData name="Ron" userId="232a7581-4ed9-4945-b881-14b492608e41" providerId="ADAL" clId="{3AE7B034-5E03-4C9D-89DC-E2455AE82F79}" dt="2021-09-20T07:59:12.364" v="91" actId="1038"/>
          <ac:picMkLst>
            <pc:docMk/>
            <pc:sldMk cId="1311446535" sldId="378"/>
            <ac:picMk id="6" creationId="{13F8FBC9-CD20-463A-8B1D-4E4573BE72F4}"/>
          </ac:picMkLst>
        </pc:picChg>
      </pc:sldChg>
      <pc:sldChg chg="modAnim">
        <pc:chgData name="Ron" userId="232a7581-4ed9-4945-b881-14b492608e41" providerId="ADAL" clId="{3AE7B034-5E03-4C9D-89DC-E2455AE82F79}" dt="2021-09-20T08:18:03.427" v="369"/>
        <pc:sldMkLst>
          <pc:docMk/>
          <pc:sldMk cId="1628877778" sldId="379"/>
        </pc:sldMkLst>
      </pc:sldChg>
      <pc:sldChg chg="modAnim">
        <pc:chgData name="Ron" userId="232a7581-4ed9-4945-b881-14b492608e41" providerId="ADAL" clId="{3AE7B034-5E03-4C9D-89DC-E2455AE82F79}" dt="2021-09-20T08:18:35.216" v="370"/>
        <pc:sldMkLst>
          <pc:docMk/>
          <pc:sldMk cId="1756689309" sldId="380"/>
        </pc:sldMkLst>
      </pc:sldChg>
      <pc:sldChg chg="modAnim">
        <pc:chgData name="Ron" userId="232a7581-4ed9-4945-b881-14b492608e41" providerId="ADAL" clId="{3AE7B034-5E03-4C9D-89DC-E2455AE82F79}" dt="2021-09-20T08:18:42.769" v="371"/>
        <pc:sldMkLst>
          <pc:docMk/>
          <pc:sldMk cId="1331478781" sldId="381"/>
        </pc:sldMkLst>
      </pc:sldChg>
      <pc:sldChg chg="modAnim">
        <pc:chgData name="Ron" userId="232a7581-4ed9-4945-b881-14b492608e41" providerId="ADAL" clId="{3AE7B034-5E03-4C9D-89DC-E2455AE82F79}" dt="2021-09-20T08:56:50.473" v="492"/>
        <pc:sldMkLst>
          <pc:docMk/>
          <pc:sldMk cId="2544673087" sldId="382"/>
        </pc:sldMkLst>
      </pc:sldChg>
      <pc:sldChg chg="modAnim">
        <pc:chgData name="Ron" userId="232a7581-4ed9-4945-b881-14b492608e41" providerId="ADAL" clId="{3AE7B034-5E03-4C9D-89DC-E2455AE82F79}" dt="2021-09-20T08:56:22.431" v="490"/>
        <pc:sldMkLst>
          <pc:docMk/>
          <pc:sldMk cId="1231942558" sldId="383"/>
        </pc:sldMkLst>
      </pc:sldChg>
      <pc:sldChg chg="modAnim">
        <pc:chgData name="Ron" userId="232a7581-4ed9-4945-b881-14b492608e41" providerId="ADAL" clId="{3AE7B034-5E03-4C9D-89DC-E2455AE82F79}" dt="2021-09-20T08:57:10.124" v="493"/>
        <pc:sldMkLst>
          <pc:docMk/>
          <pc:sldMk cId="2340994715" sldId="384"/>
        </pc:sldMkLst>
      </pc:sldChg>
      <pc:sldChg chg="modAnim">
        <pc:chgData name="Ron" userId="232a7581-4ed9-4945-b881-14b492608e41" providerId="ADAL" clId="{3AE7B034-5E03-4C9D-89DC-E2455AE82F79}" dt="2021-09-20T08:57:24.014" v="494"/>
        <pc:sldMkLst>
          <pc:docMk/>
          <pc:sldMk cId="378796842" sldId="385"/>
        </pc:sldMkLst>
      </pc:sldChg>
      <pc:sldChg chg="addSp modSp new mod modAnim">
        <pc:chgData name="Ron" userId="232a7581-4ed9-4945-b881-14b492608e41" providerId="ADAL" clId="{3AE7B034-5E03-4C9D-89DC-E2455AE82F79}" dt="2021-09-20T07:35:12.087" v="56" actId="20577"/>
        <pc:sldMkLst>
          <pc:docMk/>
          <pc:sldMk cId="4019177530" sldId="392"/>
        </pc:sldMkLst>
        <pc:spChg chg="mod">
          <ac:chgData name="Ron" userId="232a7581-4ed9-4945-b881-14b492608e41" providerId="ADAL" clId="{3AE7B034-5E03-4C9D-89DC-E2455AE82F79}" dt="2021-09-20T07:33:38.669" v="23" actId="20577"/>
          <ac:spMkLst>
            <pc:docMk/>
            <pc:sldMk cId="4019177530" sldId="392"/>
            <ac:spMk id="2" creationId="{6B3A0A94-A6DE-42F6-B42D-B710CFDFF056}"/>
          </ac:spMkLst>
        </pc:spChg>
        <pc:spChg chg="add mod">
          <ac:chgData name="Ron" userId="232a7581-4ed9-4945-b881-14b492608e41" providerId="ADAL" clId="{3AE7B034-5E03-4C9D-89DC-E2455AE82F79}" dt="2021-09-20T07:33:46.720" v="25" actId="20577"/>
          <ac:spMkLst>
            <pc:docMk/>
            <pc:sldMk cId="4019177530" sldId="392"/>
            <ac:spMk id="4" creationId="{7244B38C-BE5B-45E9-8CDC-72A0CCE80D13}"/>
          </ac:spMkLst>
        </pc:spChg>
        <pc:spChg chg="add mod">
          <ac:chgData name="Ron" userId="232a7581-4ed9-4945-b881-14b492608e41" providerId="ADAL" clId="{3AE7B034-5E03-4C9D-89DC-E2455AE82F79}" dt="2021-09-20T07:35:12.087" v="56" actId="20577"/>
          <ac:spMkLst>
            <pc:docMk/>
            <pc:sldMk cId="4019177530" sldId="392"/>
            <ac:spMk id="5" creationId="{5A716BCE-4E8E-418F-8FB2-FB2FA3710211}"/>
          </ac:spMkLst>
        </pc:spChg>
      </pc:sldChg>
      <pc:sldChg chg="modSp add modAnim">
        <pc:chgData name="Ron" userId="232a7581-4ed9-4945-b881-14b492608e41" providerId="ADAL" clId="{3AE7B034-5E03-4C9D-89DC-E2455AE82F79}" dt="2021-09-20T09:49:51.400" v="569" actId="20577"/>
        <pc:sldMkLst>
          <pc:docMk/>
          <pc:sldMk cId="3270608713" sldId="393"/>
        </pc:sldMkLst>
        <pc:spChg chg="mod">
          <ac:chgData name="Ron" userId="232a7581-4ed9-4945-b881-14b492608e41" providerId="ADAL" clId="{3AE7B034-5E03-4C9D-89DC-E2455AE82F79}" dt="2021-09-20T09:02:56.589" v="507" actId="20577"/>
          <ac:spMkLst>
            <pc:docMk/>
            <pc:sldMk cId="3270608713" sldId="393"/>
            <ac:spMk id="3" creationId="{00000000-0000-0000-0000-000000000000}"/>
          </ac:spMkLst>
        </pc:spChg>
        <pc:spChg chg="mod">
          <ac:chgData name="Ron" userId="232a7581-4ed9-4945-b881-14b492608e41" providerId="ADAL" clId="{3AE7B034-5E03-4C9D-89DC-E2455AE82F79}" dt="2021-09-20T09:03:29.722" v="568" actId="20577"/>
          <ac:spMkLst>
            <pc:docMk/>
            <pc:sldMk cId="3270608713" sldId="393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686B01C-E1B4-41AF-8165-68A41D199769}" type="datetimeFigureOut">
              <a:rPr lang="nl-NL"/>
              <a:pPr/>
              <a:t>16-7-2026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6F05877-8D3E-4285-BAAF-3351F2AEBA70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920208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85800" y="685800"/>
            <a:ext cx="54864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Klik om de tekststijl van het model te bewerken</a:t>
            </a:r>
          </a:p>
          <a:p>
            <a:pPr lvl="1"/>
            <a:r>
              <a:rPr lang="en-US" noProof="0"/>
              <a:t>Tweede niveau</a:t>
            </a:r>
          </a:p>
          <a:p>
            <a:pPr lvl="2"/>
            <a:r>
              <a:rPr lang="en-US" noProof="0"/>
              <a:t>Derde niveau</a:t>
            </a:r>
          </a:p>
          <a:p>
            <a:pPr lvl="3"/>
            <a:r>
              <a:rPr lang="en-US" noProof="0"/>
              <a:t>Vierde niveau</a:t>
            </a:r>
          </a:p>
          <a:p>
            <a:pPr lvl="4"/>
            <a:r>
              <a:rPr lang="en-US" noProof="0"/>
              <a:t>Vijfde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F87DA649-BF1A-4B9E-B469-B5F2A720E3B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71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23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welke</a:t>
            </a:r>
            <a:r>
              <a:rPr lang="en-US" dirty="0"/>
              <a:t> </a:t>
            </a:r>
            <a:r>
              <a:rPr lang="en-US" dirty="0" err="1"/>
              <a:t>laag</a:t>
            </a:r>
            <a:r>
              <a:rPr lang="en-US" dirty="0"/>
              <a:t> </a:t>
            </a:r>
            <a:r>
              <a:rPr lang="en-US" dirty="0" err="1"/>
              <a:t>kunnen</a:t>
            </a:r>
            <a:r>
              <a:rPr lang="en-US" dirty="0"/>
              <a:t> we de </a:t>
            </a:r>
            <a:r>
              <a:rPr lang="en-US" dirty="0" err="1"/>
              <a:t>lesstof</a:t>
            </a:r>
            <a:r>
              <a:rPr lang="en-US" dirty="0"/>
              <a:t> van </a:t>
            </a:r>
            <a:r>
              <a:rPr lang="en-US" dirty="0" err="1"/>
              <a:t>vorige</a:t>
            </a:r>
            <a:r>
              <a:rPr lang="en-US" dirty="0"/>
              <a:t> week </a:t>
            </a:r>
            <a:r>
              <a:rPr lang="en-US" dirty="0" err="1"/>
              <a:t>vinden</a:t>
            </a:r>
            <a:r>
              <a:rPr lang="en-US" dirty="0"/>
              <a:t>?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74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</a:t>
            </a:r>
            <a:r>
              <a:rPr lang="en-US" dirty="0" err="1"/>
              <a:t>klas</a:t>
            </a:r>
            <a:r>
              <a:rPr lang="en-US" dirty="0"/>
              <a:t> </a:t>
            </a:r>
            <a:r>
              <a:rPr lang="en-US" dirty="0" err="1"/>
              <a:t>eerst</a:t>
            </a:r>
            <a:r>
              <a:rPr lang="en-US" dirty="0"/>
              <a:t> </a:t>
            </a:r>
            <a:r>
              <a:rPr lang="en-US" dirty="0" err="1"/>
              <a:t>zelfstandig</a:t>
            </a:r>
            <a:r>
              <a:rPr lang="en-US" dirty="0"/>
              <a:t> of in Kleine </a:t>
            </a:r>
            <a:r>
              <a:rPr lang="en-US" dirty="0" err="1"/>
              <a:t>groepjes</a:t>
            </a:r>
            <a:r>
              <a:rPr lang="en-US" dirty="0"/>
              <a:t> </a:t>
            </a:r>
            <a:r>
              <a:rPr lang="en-US" dirty="0" err="1"/>
              <a:t>nadenken</a:t>
            </a:r>
            <a:r>
              <a:rPr lang="en-US" dirty="0"/>
              <a:t> wat </a:t>
            </a:r>
            <a:r>
              <a:rPr lang="en-US" dirty="0" err="1"/>
              <a:t>een</a:t>
            </a:r>
            <a:r>
              <a:rPr lang="en-US" dirty="0"/>
              <a:t> interface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protocol is.</a:t>
            </a:r>
          </a:p>
          <a:p>
            <a:r>
              <a:rPr lang="en-US" dirty="0" err="1"/>
              <a:t>Vraag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probeer</a:t>
            </a:r>
            <a:r>
              <a:rPr lang="en-US" dirty="0"/>
              <a:t> door </a:t>
            </a:r>
            <a:r>
              <a:rPr lang="en-US" dirty="0" err="1"/>
              <a:t>verdiepende</a:t>
            </a:r>
            <a:r>
              <a:rPr lang="en-US" dirty="0"/>
              <a:t> </a:t>
            </a:r>
            <a:r>
              <a:rPr lang="en-US" dirty="0" err="1"/>
              <a:t>vragen</a:t>
            </a:r>
            <a:r>
              <a:rPr lang="en-US" dirty="0"/>
              <a:t> of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klassengesprek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achterhalen</a:t>
            </a:r>
            <a:r>
              <a:rPr lang="en-US" dirty="0"/>
              <a:t> wat de </a:t>
            </a:r>
            <a:r>
              <a:rPr lang="en-US" dirty="0" err="1"/>
              <a:t>betekenis</a:t>
            </a:r>
            <a:r>
              <a:rPr lang="en-US" dirty="0"/>
              <a:t>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7DA649-BF1A-4B9E-B469-B5F2A720E3B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052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467544" y="4728526"/>
            <a:ext cx="8748464" cy="93728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b="1" cap="none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nl-NL" dirty="0"/>
              <a:t>Titelstijl van model bewerken</a:t>
            </a:r>
          </a:p>
        </p:txBody>
      </p:sp>
      <p:pic>
        <p:nvPicPr>
          <p:cNvPr id="5" name="Picture 2" descr="http://techiebees.in/upload/embedded-systems-projects-in-chennai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12" r="-112"/>
          <a:stretch/>
        </p:blipFill>
        <p:spPr bwMode="auto">
          <a:xfrm>
            <a:off x="-63814" y="-1823020"/>
            <a:ext cx="9263103" cy="6157788"/>
          </a:xfrm>
          <a:prstGeom prst="flowChartOffpageConnector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8229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95536" y="-111224"/>
            <a:ext cx="8352928" cy="952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nl-NL" dirty="0"/>
              <a:t>Titel</a:t>
            </a:r>
          </a:p>
        </p:txBody>
      </p:sp>
      <p:sp>
        <p:nvSpPr>
          <p:cNvPr id="4" name="Content Placeholder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95536" y="985292"/>
            <a:ext cx="8352928" cy="4464496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0" indent="0">
              <a:buClr>
                <a:srgbClr val="C00000"/>
              </a:buClr>
              <a:buSzPct val="100000"/>
              <a:buFont typeface="Open Sans" panose="020B0606030504020204" pitchFamily="34" charset="0"/>
              <a:buNone/>
              <a:defRPr sz="3200"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-4572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>
                <a:latin typeface="Calibri" panose="020F0502020204030204" pitchFamily="34" charset="0"/>
              </a:defRPr>
            </a:lvl2pPr>
            <a:lvl3pPr marL="525462" indent="-3429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</a:defRPr>
            </a:lvl3pPr>
            <a:lvl4pPr marL="701675" indent="-3429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</a:defRPr>
            </a:lvl4pPr>
          </a:lstStyle>
          <a:p>
            <a:pPr lvl="0"/>
            <a:r>
              <a:rPr lang="nl-NL" dirty="0"/>
              <a:t>Bla </a:t>
            </a:r>
            <a:r>
              <a:rPr lang="nl-NL" dirty="0" err="1"/>
              <a:t>bla</a:t>
            </a:r>
            <a:endParaRPr lang="nl-NL" dirty="0"/>
          </a:p>
          <a:p>
            <a:pPr lvl="1"/>
            <a:r>
              <a:rPr lang="nl-NL" dirty="0"/>
              <a:t>Bla</a:t>
            </a:r>
          </a:p>
          <a:p>
            <a:pPr lvl="2"/>
            <a:r>
              <a:rPr lang="nl-NL" dirty="0"/>
              <a:t>Bla</a:t>
            </a:r>
          </a:p>
          <a:p>
            <a:pPr lvl="3"/>
            <a:r>
              <a:rPr lang="nl-NL" dirty="0"/>
              <a:t>bla</a:t>
            </a:r>
          </a:p>
        </p:txBody>
      </p:sp>
      <p:sp>
        <p:nvSpPr>
          <p:cNvPr id="6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8912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4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9899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95536" y="-111224"/>
            <a:ext cx="8352928" cy="952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nl-NL"/>
              <a:t>Titel</a:t>
            </a:r>
          </a:p>
        </p:txBody>
      </p:sp>
      <p:sp>
        <p:nvSpPr>
          <p:cNvPr id="4" name="Content Placeholder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95536" y="985292"/>
            <a:ext cx="8352928" cy="4464496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0" indent="0">
              <a:buClr>
                <a:srgbClr val="C00000"/>
              </a:buClr>
              <a:buSzPct val="100000"/>
              <a:buFont typeface="Open Sans" panose="020B0606030504020204" pitchFamily="34" charset="0"/>
              <a:buNone/>
              <a:defRPr sz="3200"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-4572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>
                <a:latin typeface="Calibri" panose="020F0502020204030204" pitchFamily="34" charset="0"/>
              </a:defRPr>
            </a:lvl2pPr>
            <a:lvl3pPr marL="525462" indent="-3429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</a:defRPr>
            </a:lvl3pPr>
            <a:lvl4pPr marL="701675" indent="-3429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</a:defRPr>
            </a:lvl4pPr>
          </a:lstStyle>
          <a:p>
            <a:pPr lvl="0"/>
            <a:r>
              <a:rPr lang="nl-NL"/>
              <a:t>Bla </a:t>
            </a:r>
            <a:r>
              <a:rPr lang="nl-NL" err="1"/>
              <a:t>bla</a:t>
            </a:r>
            <a:endParaRPr lang="nl-NL"/>
          </a:p>
          <a:p>
            <a:pPr lvl="1"/>
            <a:r>
              <a:rPr lang="nl-NL"/>
              <a:t>Bla</a:t>
            </a:r>
          </a:p>
          <a:p>
            <a:pPr lvl="2"/>
            <a:r>
              <a:rPr lang="nl-NL"/>
              <a:t>Bla</a:t>
            </a:r>
          </a:p>
          <a:p>
            <a:pPr lvl="3"/>
            <a:r>
              <a:rPr lang="nl-NL"/>
              <a:t>bla</a:t>
            </a:r>
          </a:p>
        </p:txBody>
      </p:sp>
      <p:sp>
        <p:nvSpPr>
          <p:cNvPr id="6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4568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4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6008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95536" y="-111224"/>
            <a:ext cx="8352928" cy="952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nl-NL"/>
              <a:t>Titel</a:t>
            </a:r>
          </a:p>
        </p:txBody>
      </p:sp>
      <p:sp>
        <p:nvSpPr>
          <p:cNvPr id="4" name="Content Placeholder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95536" y="985292"/>
            <a:ext cx="8352928" cy="4464496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0" indent="0">
              <a:buClr>
                <a:srgbClr val="C00000"/>
              </a:buClr>
              <a:buSzPct val="100000"/>
              <a:buFont typeface="Open Sans" panose="020B0606030504020204" pitchFamily="34" charset="0"/>
              <a:buNone/>
              <a:defRPr sz="3200"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-4572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>
                <a:latin typeface="Calibri" panose="020F0502020204030204" pitchFamily="34" charset="0"/>
              </a:defRPr>
            </a:lvl2pPr>
            <a:lvl3pPr marL="525462" indent="-3429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</a:defRPr>
            </a:lvl3pPr>
            <a:lvl4pPr marL="701675" indent="-342900"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</a:defRPr>
            </a:lvl4pPr>
          </a:lstStyle>
          <a:p>
            <a:pPr lvl="0"/>
            <a:r>
              <a:rPr lang="nl-NL"/>
              <a:t>Bla </a:t>
            </a:r>
            <a:r>
              <a:rPr lang="nl-NL" err="1"/>
              <a:t>bla</a:t>
            </a:r>
            <a:endParaRPr lang="nl-NL"/>
          </a:p>
          <a:p>
            <a:pPr lvl="1"/>
            <a:r>
              <a:rPr lang="nl-NL"/>
              <a:t>Bla</a:t>
            </a:r>
          </a:p>
          <a:p>
            <a:pPr lvl="2"/>
            <a:r>
              <a:rPr lang="nl-NL"/>
              <a:t>Bla</a:t>
            </a:r>
          </a:p>
          <a:p>
            <a:pPr lvl="3"/>
            <a:r>
              <a:rPr lang="nl-NL"/>
              <a:t>bla</a:t>
            </a:r>
          </a:p>
        </p:txBody>
      </p:sp>
      <p:sp>
        <p:nvSpPr>
          <p:cNvPr id="6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50241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4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8636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015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cap="all">
          <a:solidFill>
            <a:srgbClr val="CC0033"/>
          </a:solidFill>
          <a:latin typeface="Calibri" panose="020F0502020204030204" pitchFamily="34" charset="0"/>
          <a:ea typeface="MS PGothic" panose="020B0600070205080204" pitchFamily="34" charset="-128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CC0033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CC0033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CC0033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rgbClr val="CC0033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38097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6pPr>
      <a:lvl7pPr marL="76194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7pPr>
      <a:lvl8pPr marL="114290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8pPr>
      <a:lvl9pPr marL="152387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9pPr>
    </p:titleStyle>
    <p:bodyStyle>
      <a:lvl1pPr marL="452401" indent="-452401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buBlip>
          <a:blip r:embed="rId3"/>
        </a:buBlip>
        <a:defRPr sz="1667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68553" indent="-166674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buBlip>
          <a:blip r:embed="rId3"/>
        </a:buBlip>
        <a:defRPr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2pPr>
      <a:lvl3pPr marL="918030" indent="-156092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defRPr sz="1333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3pPr>
      <a:lvl4pPr marL="1448478" indent="-190484" algn="l" rtl="0" eaLnBrk="0" fontAlgn="base" hangingPunct="0">
        <a:spcBef>
          <a:spcPct val="20000"/>
        </a:spcBef>
        <a:spcAft>
          <a:spcPct val="0"/>
        </a:spcAft>
        <a:buChar char="–"/>
        <a:defRPr sz="1333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marL="1788440" indent="-190484" algn="l" rtl="0" eaLnBrk="0" fontAlgn="base" hangingPunct="0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2169410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6pPr>
      <a:lvl7pPr marL="255037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7pPr>
      <a:lvl8pPr marL="293134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8pPr>
      <a:lvl9pPr marL="3312318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nl-NL"/>
      </a:defPPr>
      <a:lvl1pPr marL="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7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4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0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7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4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81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87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56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/>
          <p:cNvSpPr txBox="1"/>
          <p:nvPr userDrawn="1"/>
        </p:nvSpPr>
        <p:spPr>
          <a:xfrm>
            <a:off x="7756852" y="625252"/>
            <a:ext cx="13516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b="0" dirty="0">
                <a:solidFill>
                  <a:srgbClr val="C00000"/>
                </a:solidFill>
                <a:latin typeface="Calibri" panose="020F0502020204030204" pitchFamily="34" charset="0"/>
              </a:rPr>
              <a:t>EMBEDDED SYSTEMS</a:t>
            </a:r>
            <a:endParaRPr lang="en-US" sz="1050" b="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pic>
        <p:nvPicPr>
          <p:cNvPr id="6146" name="Afbeelding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963" y="-22820"/>
            <a:ext cx="9305926" cy="960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395536" y="-96672"/>
            <a:ext cx="8229600" cy="937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dirty="0"/>
              <a:t>Titelstijl van model bewerken</a:t>
            </a:r>
          </a:p>
        </p:txBody>
      </p:sp>
      <p:pic>
        <p:nvPicPr>
          <p:cNvPr id="8" name="Afbeelding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5089748"/>
            <a:ext cx="567470" cy="534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27" r:id="rId1"/>
    <p:sldLayoutId id="2147485029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Calibri" panose="020F050202020403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38097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6pPr>
      <a:lvl7pPr marL="76194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7pPr>
      <a:lvl8pPr marL="114290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8pPr>
      <a:lvl9pPr marL="152387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9pPr>
    </p:titleStyle>
    <p:bodyStyle>
      <a:lvl1pPr marL="285728" indent="-285728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defRPr sz="18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68553" indent="-16667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20000"/>
        <a:buFont typeface="Lucida Grande" pitchFamily="126" charset="0"/>
        <a:buChar char="▸"/>
        <a:defRPr sz="16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08516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20000"/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448478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788440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169410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6pPr>
      <a:lvl7pPr marL="255037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7pPr>
      <a:lvl8pPr marL="293134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8pPr>
      <a:lvl9pPr marL="3312318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nl-NL"/>
      </a:defPPr>
      <a:lvl1pPr marL="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7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4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0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7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4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81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87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56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/>
          <p:cNvSpPr txBox="1"/>
          <p:nvPr userDrawn="1"/>
        </p:nvSpPr>
        <p:spPr>
          <a:xfrm>
            <a:off x="7756852" y="625252"/>
            <a:ext cx="13516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b="0">
                <a:solidFill>
                  <a:srgbClr val="C00000"/>
                </a:solidFill>
                <a:latin typeface="Calibri" panose="020F0502020204030204" pitchFamily="34" charset="0"/>
              </a:rPr>
              <a:t>EMBEDDED SYSTEMS</a:t>
            </a:r>
            <a:endParaRPr lang="en-US" sz="1050" b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pic>
        <p:nvPicPr>
          <p:cNvPr id="6146" name="Afbeelding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963" y="-22820"/>
            <a:ext cx="9305926" cy="960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395536" y="-96672"/>
            <a:ext cx="8229600" cy="937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Titelstijl van model bewerken</a:t>
            </a:r>
          </a:p>
        </p:txBody>
      </p:sp>
      <p:pic>
        <p:nvPicPr>
          <p:cNvPr id="8" name="Afbeelding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5089748"/>
            <a:ext cx="567470" cy="534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644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1" r:id="rId1"/>
    <p:sldLayoutId id="2147485032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Calibri" panose="020F050202020403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38097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6pPr>
      <a:lvl7pPr marL="76194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7pPr>
      <a:lvl8pPr marL="114290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8pPr>
      <a:lvl9pPr marL="152387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9pPr>
    </p:titleStyle>
    <p:bodyStyle>
      <a:lvl1pPr marL="285728" indent="-285728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defRPr sz="18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68553" indent="-16667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20000"/>
        <a:buFont typeface="Lucida Grande" pitchFamily="126" charset="0"/>
        <a:buChar char="▸"/>
        <a:defRPr sz="16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08516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20000"/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448478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788440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169410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6pPr>
      <a:lvl7pPr marL="255037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7pPr>
      <a:lvl8pPr marL="293134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8pPr>
      <a:lvl9pPr marL="3312318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nl-NL"/>
      </a:defPPr>
      <a:lvl1pPr marL="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7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4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0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7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4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81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87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56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/>
          <p:cNvSpPr txBox="1"/>
          <p:nvPr userDrawn="1"/>
        </p:nvSpPr>
        <p:spPr>
          <a:xfrm>
            <a:off x="7756852" y="625252"/>
            <a:ext cx="13516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50" b="0">
                <a:solidFill>
                  <a:srgbClr val="C00000"/>
                </a:solidFill>
                <a:latin typeface="Calibri" panose="020F0502020204030204" pitchFamily="34" charset="0"/>
              </a:rPr>
              <a:t>EMBEDDED SYSTEMS</a:t>
            </a:r>
            <a:endParaRPr lang="en-US" sz="1050" b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pic>
        <p:nvPicPr>
          <p:cNvPr id="6146" name="Afbeelding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963" y="-22820"/>
            <a:ext cx="9305926" cy="960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ijdelijke aanduiding voor titel 1"/>
          <p:cNvSpPr>
            <a:spLocks noGrp="1"/>
          </p:cNvSpPr>
          <p:nvPr>
            <p:ph type="title"/>
          </p:nvPr>
        </p:nvSpPr>
        <p:spPr bwMode="auto">
          <a:xfrm>
            <a:off x="395536" y="-96672"/>
            <a:ext cx="8229600" cy="937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Titelstijl van model bewerken</a:t>
            </a:r>
          </a:p>
        </p:txBody>
      </p:sp>
      <p:pic>
        <p:nvPicPr>
          <p:cNvPr id="8" name="Afbeelding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5089748"/>
            <a:ext cx="567470" cy="534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jdelijke aanduiding voor dianummer 2"/>
          <p:cNvSpPr>
            <a:spLocks noGrp="1"/>
          </p:cNvSpPr>
          <p:nvPr>
            <p:ph type="sldNum" sz="quarter" idx="4"/>
          </p:nvPr>
        </p:nvSpPr>
        <p:spPr>
          <a:xfrm>
            <a:off x="8460432" y="4801716"/>
            <a:ext cx="567470" cy="3125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56D60047-1244-4A1F-8780-494A55767BC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5078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4" r:id="rId1"/>
    <p:sldLayoutId id="214748503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Calibri" panose="020F050202020403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167" b="1">
          <a:solidFill>
            <a:schemeClr val="bg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38097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6pPr>
      <a:lvl7pPr marL="761940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7pPr>
      <a:lvl8pPr marL="114290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8pPr>
      <a:lvl9pPr marL="1523878" algn="l" rtl="0" fontAlgn="base">
        <a:spcBef>
          <a:spcPct val="0"/>
        </a:spcBef>
        <a:spcAft>
          <a:spcPct val="0"/>
        </a:spcAft>
        <a:defRPr sz="2167" b="1">
          <a:solidFill>
            <a:schemeClr val="tx2"/>
          </a:solidFill>
          <a:latin typeface="Verdana" pitchFamily="34" charset="0"/>
          <a:ea typeface="ＭＳ Ｐゴシック" pitchFamily="-48" charset="-128"/>
        </a:defRPr>
      </a:lvl9pPr>
    </p:titleStyle>
    <p:bodyStyle>
      <a:lvl1pPr marL="285728" indent="-285728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defRPr sz="18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68553" indent="-16667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20000"/>
        <a:buFont typeface="Lucida Grande" pitchFamily="126" charset="0"/>
        <a:buChar char="▸"/>
        <a:defRPr sz="16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08516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20000"/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448478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788440" indent="-190484" algn="l" rtl="0" eaLnBrk="0" fontAlgn="base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Font typeface="Lucida Grande" pitchFamily="126" charset="0"/>
        <a:buChar char="▸"/>
        <a:defRPr sz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169410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6pPr>
      <a:lvl7pPr marL="255037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7pPr>
      <a:lvl8pPr marL="2931349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8pPr>
      <a:lvl9pPr marL="3312318" indent="-190484" algn="l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nl-NL"/>
      </a:defPPr>
      <a:lvl1pPr marL="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7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40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0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7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4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818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87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56" algn="l" defTabSz="76194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nl.wikipedia.org/wiki/Transmission_Control_Protoco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nl.wikipedia.org/wiki/Internetprotoco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l.wikipedia.org/wiki/TCP-_en_UDP-poorten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nl.wikipedia.org/wiki/Hypertext_Transfer_Protocol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nl.wikipedia.org/wiki/Transport_Layer_Security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List_of_network_protocols_(OSI_model)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nl.wikipedia.org/wiki/User_Datagram_Protocol" TargetMode="External"/><Relationship Id="rId2" Type="http://schemas.openxmlformats.org/officeDocument/2006/relationships/hyperlink" Target="https://nl.wikipedia.org/wiki/Transmission_Control_Protocol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hyperlink" Target="https://nl.wikipedia.org/wiki/Local_area_network" TargetMode="External"/><Relationship Id="rId7" Type="http://schemas.openxmlformats.org/officeDocument/2006/relationships/image" Target="../media/image21.png"/><Relationship Id="rId2" Type="http://schemas.openxmlformats.org/officeDocument/2006/relationships/hyperlink" Target="https://nl.wikipedia.org/wiki/Internet_Protocol_versie_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l.wikipedia.org/wiki/Dynamic_Host_Configuration_Protocol" TargetMode="External"/><Relationship Id="rId5" Type="http://schemas.openxmlformats.org/officeDocument/2006/relationships/hyperlink" Target="https://nl.wikipedia.org/wiki/Network_address_translation" TargetMode="External"/><Relationship Id="rId4" Type="http://schemas.openxmlformats.org/officeDocument/2006/relationships/hyperlink" Target="https://nl.wikipedia.org/wiki/Wide_area_network" TargetMode="External"/><Relationship Id="rId9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nl.wikipedia.org/wiki/Netmask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nl.wikipedia.org/wiki/MAC-adres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nl.wikipedia.org/wiki/Ethernet" TargetMode="External"/><Relationship Id="rId4" Type="http://schemas.openxmlformats.org/officeDocument/2006/relationships/hyperlink" Target="https://nl.wikipedia.org/wiki/Cyclic_redundancy_check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nl.wikipedia.org/wiki/Address_resolution_protocol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nl.wikipedia.org/wiki/Domain_Name_System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Calibri" panose="020F0502020204030204" pitchFamily="34" charset="0"/>
              </a:rPr>
              <a:t>EMS20  Week </a:t>
            </a:r>
            <a:r>
              <a:rPr lang="nl-NL" dirty="0"/>
              <a:t>5</a:t>
            </a:r>
            <a:r>
              <a:rPr lang="nl-NL" dirty="0">
                <a:latin typeface="Calibri" panose="020F0502020204030204" pitchFamily="34" charset="0"/>
              </a:rPr>
              <a:t>: Opgaven Week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C0D3BE-8CEE-48EB-BF61-95793A0AF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Verdeling</a:t>
            </a:r>
            <a:r>
              <a:rPr lang="en-US" dirty="0"/>
              <a:t> </a:t>
            </a:r>
            <a:r>
              <a:rPr lang="en-US" dirty="0" err="1"/>
              <a:t>opdrachten</a:t>
            </a:r>
            <a:endParaRPr lang="nl-NL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41AAB454-195E-4A38-83DF-9E448C3E8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130784"/>
              </p:ext>
            </p:extLst>
          </p:nvPr>
        </p:nvGraphicFramePr>
        <p:xfrm>
          <a:off x="5580112" y="1345332"/>
          <a:ext cx="2160297" cy="15081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60297">
                  <a:extLst>
                    <a:ext uri="{9D8B030D-6E8A-4147-A177-3AD203B41FA5}">
                      <a16:colId xmlns:a16="http://schemas.microsoft.com/office/drawing/2014/main" val="1083642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Opdracht</a:t>
                      </a:r>
                      <a:endParaRPr lang="nl-NL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57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31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4.12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664938"/>
                  </a:ext>
                </a:extLst>
              </a:tr>
              <a:tr h="395660">
                <a:tc>
                  <a:txBody>
                    <a:bodyPr/>
                    <a:lstStyle/>
                    <a:p>
                      <a:r>
                        <a:rPr lang="en-US" dirty="0"/>
                        <a:t>4.13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84896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8FF975-8460-4B70-95C9-FB7A68502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D60047-1244-4A1F-8780-494A55767BC9}" type="slidenum">
              <a:rPr kumimoji="0" lang="nl-NL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46654-47AB-4806-A42A-CF107F34BCA3}"/>
              </a:ext>
            </a:extLst>
          </p:cNvPr>
          <p:cNvSpPr txBox="1"/>
          <p:nvPr/>
        </p:nvSpPr>
        <p:spPr>
          <a:xfrm>
            <a:off x="395536" y="1345332"/>
            <a:ext cx="34316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000000"/>
                </a:solidFill>
                <a:latin typeface="Calibri" panose="020F0502020204030204" pitchFamily="34" charset="0"/>
              </a:rPr>
              <a:t>Geef aan welke opdrachten je wilt bespreken</a:t>
            </a:r>
          </a:p>
        </p:txBody>
      </p:sp>
    </p:spTree>
    <p:extLst>
      <p:ext uri="{BB962C8B-B14F-4D97-AF65-F5344CB8AC3E}">
        <p14:creationId xmlns:p14="http://schemas.microsoft.com/office/powerpoint/2010/main" val="3538151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4369668"/>
            <a:ext cx="8748464" cy="1224136"/>
          </a:xfrm>
        </p:spPr>
        <p:txBody>
          <a:bodyPr/>
          <a:lstStyle/>
          <a:p>
            <a:r>
              <a:rPr lang="nl-NL" dirty="0">
                <a:latin typeface="Calibri" panose="020F0502020204030204" pitchFamily="34" charset="0"/>
              </a:rPr>
              <a:t>EMS20  Theorie Week 5</a:t>
            </a:r>
            <a:br>
              <a:rPr lang="nl-NL" dirty="0"/>
            </a:br>
            <a:r>
              <a:rPr lang="nl-NL" dirty="0"/>
              <a:t>Computernetwerken &amp; Internet</a:t>
            </a:r>
            <a:endParaRPr lang="nl-NL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Leerdoelen</a:t>
            </a:r>
            <a:endParaRPr lang="en-US"/>
          </a:p>
        </p:txBody>
      </p:sp>
      <p:sp>
        <p:nvSpPr>
          <p:cNvPr id="4" name="Tijdelijke aanduiding voor inhoud 3"/>
          <p:cNvSpPr>
            <a:spLocks noGrp="1"/>
          </p:cNvSpPr>
          <p:nvPr>
            <p:ph idx="1"/>
          </p:nvPr>
        </p:nvSpPr>
        <p:spPr>
          <a:xfrm>
            <a:off x="395536" y="1057300"/>
            <a:ext cx="8352928" cy="4464496"/>
          </a:xfrm>
        </p:spPr>
        <p:txBody>
          <a:bodyPr/>
          <a:lstStyle/>
          <a:p>
            <a:r>
              <a:rPr lang="nl-NL" sz="2800" b="1" dirty="0">
                <a:solidFill>
                  <a:srgbClr val="C00000"/>
                </a:solidFill>
                <a:cs typeface="Arial" panose="020B0604020202020204" pitchFamily="34" charset="0"/>
              </a:rPr>
              <a:t>Leerdoelen week 5.</a:t>
            </a:r>
            <a:r>
              <a:rPr lang="nl-NL" sz="2800" dirty="0">
                <a:cs typeface="Arial" panose="020B0604020202020204" pitchFamily="34" charset="0"/>
              </a:rPr>
              <a:t> Je gaat deze 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uit welke abstractielagen een netwerk (en het netwerkverkeer) is opgebouwd;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hoe onderscheid wordt gemaakt tussen LAN en WAN verkeer;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hoe onderscheid wordt gemaakt tussen verschillende servers;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hoe een simpel LAN is opgebouwd.</a:t>
            </a:r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D60047-1244-4A1F-8780-494A55767BC9}" type="slidenum">
              <a:rPr kumimoji="0" lang="nl-NL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800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C06C-CAFF-456E-AC49-10DC14170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Overzicht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C69FA-BFC2-4649-8376-373CE7DC5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5</a:t>
            </a:fld>
            <a:endParaRPr lang="nl-NL"/>
          </a:p>
        </p:txBody>
      </p:sp>
      <p:pic>
        <p:nvPicPr>
          <p:cNvPr id="5" name="Picture 4" descr="Diagram, timeline&#10;&#10;Description automatically generated">
            <a:extLst>
              <a:ext uri="{FF2B5EF4-FFF2-40B4-BE49-F238E27FC236}">
                <a16:creationId xmlns:a16="http://schemas.microsoft.com/office/drawing/2014/main" id="{D175A16A-6A06-4A29-AEA5-391EDBB8E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1254224"/>
            <a:ext cx="66294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115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0906A8-DF91-49ED-8107-0E8C5606E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Globale</a:t>
            </a:r>
            <a:r>
              <a:rPr lang="en-US" dirty="0"/>
              <a:t> </a:t>
            </a:r>
            <a:r>
              <a:rPr lang="en-US" dirty="0" err="1"/>
              <a:t>connectiviteit</a:t>
            </a:r>
            <a:endParaRPr lang="en-US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ADD2C79-2FB9-487C-8318-FA9ED2099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6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4D7D257-A05F-46F4-9EA9-3657E675A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64" y="985292"/>
            <a:ext cx="7668344" cy="464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46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Begrippen</a:t>
            </a:r>
            <a:r>
              <a:rPr lang="en-US" dirty="0"/>
              <a:t> </a:t>
            </a:r>
            <a:r>
              <a:rPr lang="en-US" dirty="0" err="1"/>
              <a:t>computernetwerken</a:t>
            </a:r>
            <a:endParaRPr lang="en-US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idx="1"/>
          </p:nvPr>
        </p:nvSpPr>
        <p:spPr>
          <a:xfrm>
            <a:off x="395536" y="1057300"/>
            <a:ext cx="8352928" cy="4464496"/>
          </a:xfrm>
        </p:spPr>
        <p:txBody>
          <a:bodyPr/>
          <a:lstStyle/>
          <a:p>
            <a:r>
              <a:rPr lang="nl-NL" sz="2800" dirty="0">
                <a:cs typeface="Arial" panose="020B0604020202020204" pitchFamily="34" charset="0"/>
              </a:rPr>
              <a:t>Bij </a:t>
            </a:r>
            <a:r>
              <a:rPr lang="nl-NL" sz="2800" dirty="0">
                <a:solidFill>
                  <a:srgbClr val="B71327"/>
                </a:solidFill>
                <a:cs typeface="Arial" panose="020B0604020202020204" pitchFamily="34" charset="0"/>
              </a:rPr>
              <a:t>computernetwerken</a:t>
            </a:r>
            <a:r>
              <a:rPr lang="nl-NL" sz="2800" dirty="0">
                <a:cs typeface="Arial" panose="020B0604020202020204" pitchFamily="34" charset="0"/>
              </a:rPr>
              <a:t> worden veel vaktermen (jargon) en afkortingen gebruikt.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Breid je woordenschat uit!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Veel begrippen staan duidelijk uitgelegd in het boek.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Maak een lijstje met woorden en afkortingen die je nog niet kent.</a:t>
            </a:r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7</a:t>
            </a:fld>
            <a:endParaRPr lang="nl-NL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50" y="3426728"/>
            <a:ext cx="2311092" cy="23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0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A0A94-A6DE-42F6-B42D-B710CFDFF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Termen </a:t>
            </a:r>
            <a:r>
              <a:rPr lang="en-US" dirty="0" err="1"/>
              <a:t>vorige</a:t>
            </a:r>
            <a:r>
              <a:rPr lang="en-US" dirty="0"/>
              <a:t> week</a:t>
            </a:r>
            <a:endParaRPr lang="en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82C833-9D7B-4A75-A280-6A23866E7D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244B38C-BE5B-45E9-8CDC-72A0CCE80D13}"/>
              </a:ext>
            </a:extLst>
          </p:cNvPr>
          <p:cNvSpPr txBox="1">
            <a:spLocks/>
          </p:cNvSpPr>
          <p:nvPr/>
        </p:nvSpPr>
        <p:spPr>
          <a:xfrm>
            <a:off x="395536" y="1057300"/>
            <a:ext cx="8352928" cy="4464496"/>
          </a:xfrm>
          <a:prstGeom prst="rect">
            <a:avLst/>
          </a:prstGeom>
        </p:spPr>
        <p:txBody>
          <a:bodyPr/>
          <a:lstStyle>
            <a:lvl1pPr marL="285728" indent="-285728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E0044"/>
              </a:buClr>
              <a:buSzPct val="120000"/>
              <a:buFont typeface="Arial" panose="020B0604020202020204" pitchFamily="34" charset="0"/>
              <a:defRPr sz="1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68553" indent="-16667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Lucida Grande" pitchFamily="126" charset="0"/>
              <a:buChar char="▸"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08516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448478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788440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169410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55037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293134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312318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nl-NL" sz="2800" b="0" kern="0" dirty="0"/>
          </a:p>
        </p:txBody>
      </p:sp>
      <p:sp>
        <p:nvSpPr>
          <p:cNvPr id="5" name="Tijdelijke aanduiding voor inhoud 3">
            <a:extLst>
              <a:ext uri="{FF2B5EF4-FFF2-40B4-BE49-F238E27FC236}">
                <a16:creationId xmlns:a16="http://schemas.microsoft.com/office/drawing/2014/main" id="{5A716BCE-4E8E-418F-8FB2-FB2FA3710211}"/>
              </a:ext>
            </a:extLst>
          </p:cNvPr>
          <p:cNvSpPr txBox="1">
            <a:spLocks/>
          </p:cNvSpPr>
          <p:nvPr/>
        </p:nvSpPr>
        <p:spPr>
          <a:xfrm>
            <a:off x="547936" y="1209700"/>
            <a:ext cx="8352928" cy="4464496"/>
          </a:xfrm>
          <a:prstGeom prst="rect">
            <a:avLst/>
          </a:prstGeom>
        </p:spPr>
        <p:txBody>
          <a:bodyPr/>
          <a:lstStyle>
            <a:lvl1pPr marL="285728" indent="-285728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E0044"/>
              </a:buClr>
              <a:buSzPct val="120000"/>
              <a:buFont typeface="Arial" panose="020B0604020202020204" pitchFamily="34" charset="0"/>
              <a:defRPr sz="1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68553" indent="-16667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Lucida Grande" pitchFamily="126" charset="0"/>
              <a:buChar char="▸"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08516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448478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788440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169410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55037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293134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312318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b="0" kern="0" dirty="0">
                <a:cs typeface="Arial" panose="020B0604020202020204" pitchFamily="34" charset="0"/>
              </a:rPr>
              <a:t>Synchroon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b="0" kern="0" dirty="0" err="1">
                <a:cs typeface="Arial" panose="020B0604020202020204" pitchFamily="34" charset="0"/>
              </a:rPr>
              <a:t>Multiplexing</a:t>
            </a:r>
            <a:endParaRPr lang="nl-NL" sz="2800" b="0" kern="0" dirty="0"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b="0" kern="0" dirty="0">
                <a:cs typeface="Arial" panose="020B0604020202020204" pitchFamily="34" charset="0"/>
              </a:rPr>
              <a:t>NRZI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b="0" kern="0" dirty="0">
                <a:cs typeface="Arial" panose="020B0604020202020204" pitchFamily="34" charset="0"/>
              </a:rPr>
              <a:t>4B/5B</a:t>
            </a:r>
          </a:p>
          <a:p>
            <a:endParaRPr lang="nl-NL" sz="2800" b="0" kern="0" dirty="0"/>
          </a:p>
        </p:txBody>
      </p:sp>
    </p:spTree>
    <p:extLst>
      <p:ext uri="{BB962C8B-B14F-4D97-AF65-F5344CB8AC3E}">
        <p14:creationId xmlns:p14="http://schemas.microsoft.com/office/powerpoint/2010/main" val="401917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370624-66B1-4515-9E9C-B545AEC60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Internet </a:t>
            </a:r>
            <a:r>
              <a:rPr lang="nl-NL" dirty="0" err="1"/>
              <a:t>core</a:t>
            </a:r>
            <a:r>
              <a:rPr lang="nl-NL" dirty="0"/>
              <a:t> en </a:t>
            </a:r>
            <a:r>
              <a:rPr lang="nl-NL" dirty="0" err="1"/>
              <a:t>edge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9A5D908-E97E-4C22-9978-2566571EB1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9</a:t>
            </a:fld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98F32A7A-9E19-465D-8A65-214D441A7E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6366" y="1129308"/>
            <a:ext cx="8229600" cy="4104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8258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6161E-B805-3F75-1AF9-CC7CB71FF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Alles is </a:t>
            </a:r>
            <a:r>
              <a:rPr lang="en-US" dirty="0" err="1"/>
              <a:t>anders</a:t>
            </a:r>
            <a:endParaRPr lang="en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C325CD-3686-7301-B821-277541485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10</a:t>
            </a:fld>
            <a:endParaRPr lang="nl-NL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BDF88D4-252D-3E6B-5BE5-0B022A89CDCB}"/>
              </a:ext>
            </a:extLst>
          </p:cNvPr>
          <p:cNvSpPr txBox="1">
            <a:spLocks/>
          </p:cNvSpPr>
          <p:nvPr/>
        </p:nvSpPr>
        <p:spPr>
          <a:xfrm>
            <a:off x="547936" y="1209700"/>
            <a:ext cx="8352928" cy="4464496"/>
          </a:xfrm>
          <a:prstGeom prst="rect">
            <a:avLst/>
          </a:prstGeom>
        </p:spPr>
        <p:txBody>
          <a:bodyPr/>
          <a:lstStyle>
            <a:lvl1pPr marL="285728" indent="-285728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E0044"/>
              </a:buClr>
              <a:buSzPct val="120000"/>
              <a:buFont typeface="Arial" panose="020B0604020202020204" pitchFamily="34" charset="0"/>
              <a:defRPr sz="1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68553" indent="-16667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Lucida Grande" pitchFamily="126" charset="0"/>
              <a:buChar char="▸"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08516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20000"/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448478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788440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169410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55037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293134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312318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b="0" kern="0" dirty="0">
                <a:cs typeface="Arial" panose="020B0604020202020204" pitchFamily="34" charset="0"/>
              </a:rPr>
              <a:t>Computer hardware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b="0" kern="0" dirty="0">
                <a:cs typeface="Arial" panose="020B0604020202020204" pitchFamily="34" charset="0"/>
              </a:rPr>
              <a:t>Operating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b="0" kern="0" dirty="0">
                <a:cs typeface="Arial" panose="020B0604020202020204" pitchFamily="34" charset="0"/>
              </a:rPr>
              <a:t>Beveiligingssoftware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b="0" kern="0" dirty="0">
                <a:cs typeface="Arial" panose="020B0604020202020204" pitchFamily="34" charset="0"/>
              </a:rPr>
              <a:t>Browser of andere programma’s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b="0" kern="0" dirty="0">
                <a:cs typeface="Arial" panose="020B0604020202020204" pitchFamily="34" charset="0"/>
              </a:rPr>
              <a:t>Netwerk hardware of router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b="0" kern="0" dirty="0">
                <a:cs typeface="Arial" panose="020B0604020202020204" pitchFamily="34" charset="0"/>
              </a:rPr>
              <a:t>Internet provider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b="0" kern="0" dirty="0">
                <a:cs typeface="Arial" panose="020B0604020202020204" pitchFamily="34" charset="0"/>
              </a:rPr>
              <a:t>Glasvezel of koper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NL" sz="2800" b="0" kern="0" dirty="0"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b="0" kern="0" dirty="0">
                <a:cs typeface="Arial" panose="020B0604020202020204" pitchFamily="34" charset="0"/>
              </a:rPr>
              <a:t>Hoe kan het internet dan toch werken?</a:t>
            </a:r>
          </a:p>
          <a:p>
            <a:endParaRPr lang="nl-NL" sz="2800" b="0" kern="0" dirty="0"/>
          </a:p>
        </p:txBody>
      </p:sp>
    </p:spTree>
    <p:extLst>
      <p:ext uri="{BB962C8B-B14F-4D97-AF65-F5344CB8AC3E}">
        <p14:creationId xmlns:p14="http://schemas.microsoft.com/office/powerpoint/2010/main" val="427229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ADA863-C254-4B5E-9492-45A5E6646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ISO/OSI-referentiemodel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50C372-05C5-4F1D-A705-C1F6E901B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z="1600" dirty="0"/>
              <a:t>ISO/OSI = International </a:t>
            </a:r>
            <a:r>
              <a:rPr lang="nl-NL" sz="1600" dirty="0" err="1"/>
              <a:t>Organization</a:t>
            </a:r>
            <a:r>
              <a:rPr lang="nl-NL" sz="1600" dirty="0"/>
              <a:t> </a:t>
            </a:r>
            <a:r>
              <a:rPr lang="nl-NL" sz="1600" dirty="0" err="1"/>
              <a:t>for</a:t>
            </a:r>
            <a:r>
              <a:rPr lang="nl-NL" sz="1600" dirty="0"/>
              <a:t> </a:t>
            </a:r>
            <a:r>
              <a:rPr lang="nl-NL" sz="1600" dirty="0" err="1"/>
              <a:t>Standardization</a:t>
            </a:r>
            <a:r>
              <a:rPr lang="nl-NL" sz="1600" dirty="0"/>
              <a:t>/Open Systems </a:t>
            </a:r>
            <a:r>
              <a:rPr lang="nl-NL" sz="1600" dirty="0" err="1"/>
              <a:t>Interconnection</a:t>
            </a:r>
            <a:endParaRPr lang="nl-NL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/>
              <a:t>Wat is een referentiemodel?</a:t>
            </a:r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6ED6169-88AD-4E1E-A9D0-EE60E7C58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11</a:t>
            </a:fld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25511AAD-27F6-4731-ACB7-82318D0B7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696" y="1816943"/>
            <a:ext cx="3534608" cy="3704853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7AA1698D-5A21-4A06-8110-D88C6C38902A}"/>
              </a:ext>
            </a:extLst>
          </p:cNvPr>
          <p:cNvSpPr txBox="1"/>
          <p:nvPr/>
        </p:nvSpPr>
        <p:spPr>
          <a:xfrm>
            <a:off x="4175891" y="5517380"/>
            <a:ext cx="43268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rPr>
              <a:t>Bron: https://csmonkk.blogspot.com/2017/06/complete-osi-model.html</a:t>
            </a:r>
          </a:p>
        </p:txBody>
      </p:sp>
    </p:spTree>
    <p:extLst>
      <p:ext uri="{BB962C8B-B14F-4D97-AF65-F5344CB8AC3E}">
        <p14:creationId xmlns:p14="http://schemas.microsoft.com/office/powerpoint/2010/main" val="187451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0ED97-9AE4-2CA4-BBCA-1970B4586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65C9C51-066C-5542-977A-8585D690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Interface versus Protocol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884F935-02F4-54D6-259F-46F69F47C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12</a:t>
            </a:fld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7B985BBB-2C0F-D779-D9D1-61110CFE8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720" y="985292"/>
            <a:ext cx="4339664" cy="4469206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2FB95F05-FEE0-5571-CC6A-51FC64B0D22E}"/>
              </a:ext>
            </a:extLst>
          </p:cNvPr>
          <p:cNvSpPr txBox="1"/>
          <p:nvPr/>
        </p:nvSpPr>
        <p:spPr>
          <a:xfrm>
            <a:off x="3851920" y="5517380"/>
            <a:ext cx="47083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rPr>
              <a:t>Bron: https://www.studytonight.com/computer-networks/complete-osi-model</a:t>
            </a:r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523C45AF-82EB-7227-5D3D-746CCA647BF0}"/>
              </a:ext>
            </a:extLst>
          </p:cNvPr>
          <p:cNvSpPr/>
          <p:nvPr/>
        </p:nvSpPr>
        <p:spPr bwMode="auto">
          <a:xfrm>
            <a:off x="3688721" y="1705372"/>
            <a:ext cx="792087" cy="216024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48" charset="-128"/>
            </a:endParaRPr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FF94A870-13BC-4FEF-D02A-1B3A492FA176}"/>
              </a:ext>
            </a:extLst>
          </p:cNvPr>
          <p:cNvSpPr/>
          <p:nvPr/>
        </p:nvSpPr>
        <p:spPr bwMode="auto">
          <a:xfrm>
            <a:off x="5992977" y="1417340"/>
            <a:ext cx="432048" cy="216024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48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A2EE1F-2D4E-7892-3844-56F093373CE8}"/>
              </a:ext>
            </a:extLst>
          </p:cNvPr>
          <p:cNvSpPr txBox="1"/>
          <p:nvPr/>
        </p:nvSpPr>
        <p:spPr>
          <a:xfrm>
            <a:off x="251520" y="1228898"/>
            <a:ext cx="324036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err="1">
                <a:latin typeface="Calibri" panose="020F0502020204030204" pitchFamily="34" charset="0"/>
              </a:rPr>
              <a:t>Opdracht</a:t>
            </a:r>
            <a:r>
              <a:rPr lang="en-US" b="0" dirty="0">
                <a:latin typeface="Calibri" panose="020F0502020204030204" pitchFamily="34" charset="0"/>
              </a:rPr>
              <a:t>:</a:t>
            </a:r>
          </a:p>
          <a:p>
            <a:pPr marL="342900" indent="-342900">
              <a:buFontTx/>
              <a:buChar char="-"/>
            </a:pPr>
            <a:r>
              <a:rPr lang="en-US" sz="2000" b="0" dirty="0">
                <a:latin typeface="Calibri" panose="020F0502020204030204" pitchFamily="34" charset="0"/>
              </a:rPr>
              <a:t>Wat is het nut van </a:t>
            </a:r>
            <a:r>
              <a:rPr lang="en-US" sz="2000" b="0" dirty="0" err="1">
                <a:latin typeface="Calibri" panose="020F0502020204030204" pitchFamily="34" charset="0"/>
              </a:rPr>
              <a:t>een</a:t>
            </a:r>
            <a:r>
              <a:rPr lang="en-US" sz="2000" b="0" dirty="0">
                <a:latin typeface="Calibri" panose="020F0502020204030204" pitchFamily="34" charset="0"/>
              </a:rPr>
              <a:t> interface?</a:t>
            </a:r>
          </a:p>
          <a:p>
            <a:pPr marL="342900" indent="-342900">
              <a:buFontTx/>
              <a:buChar char="-"/>
            </a:pPr>
            <a:r>
              <a:rPr lang="en-US" sz="2000" b="0" dirty="0">
                <a:latin typeface="Calibri" panose="020F0502020204030204" pitchFamily="34" charset="0"/>
              </a:rPr>
              <a:t>Wat is het nut van </a:t>
            </a:r>
            <a:r>
              <a:rPr lang="en-US" sz="2000" b="0" dirty="0" err="1">
                <a:latin typeface="Calibri" panose="020F0502020204030204" pitchFamily="34" charset="0"/>
              </a:rPr>
              <a:t>een</a:t>
            </a:r>
            <a:r>
              <a:rPr lang="en-US" sz="2000" b="0" dirty="0">
                <a:latin typeface="Calibri" panose="020F0502020204030204" pitchFamily="34" charset="0"/>
              </a:rPr>
              <a:t> protocol?</a:t>
            </a:r>
          </a:p>
        </p:txBody>
      </p:sp>
    </p:spTree>
    <p:extLst>
      <p:ext uri="{BB962C8B-B14F-4D97-AF65-F5344CB8AC3E}">
        <p14:creationId xmlns:p14="http://schemas.microsoft.com/office/powerpoint/2010/main" val="242970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FEC421C-2E7D-47B9-A1AF-9DA1AC2A2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Interface versus Protocol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3D3BD4A-F012-495A-88EA-66388A6E1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13</a:t>
            </a:fld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13F8FBC9-CD20-463A-8B1D-4E4573BE7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720" y="985292"/>
            <a:ext cx="4339664" cy="4469206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E6935619-9486-4E21-9D2E-7910A393DA89}"/>
              </a:ext>
            </a:extLst>
          </p:cNvPr>
          <p:cNvSpPr txBox="1"/>
          <p:nvPr/>
        </p:nvSpPr>
        <p:spPr>
          <a:xfrm>
            <a:off x="3851920" y="5517380"/>
            <a:ext cx="47083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rPr>
              <a:t>Bron: https://www.studytonight.com/computer-networks/complete-osi-model</a:t>
            </a:r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E24592C6-BD06-4F34-A009-F8E89479EE14}"/>
              </a:ext>
            </a:extLst>
          </p:cNvPr>
          <p:cNvSpPr/>
          <p:nvPr/>
        </p:nvSpPr>
        <p:spPr bwMode="auto">
          <a:xfrm>
            <a:off x="3688721" y="1705372"/>
            <a:ext cx="792087" cy="216024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48" charset="-128"/>
            </a:endParaRPr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ED759CE5-E802-4AD4-8CBB-DF41DA79464C}"/>
              </a:ext>
            </a:extLst>
          </p:cNvPr>
          <p:cNvSpPr/>
          <p:nvPr/>
        </p:nvSpPr>
        <p:spPr bwMode="auto">
          <a:xfrm>
            <a:off x="5992977" y="1417340"/>
            <a:ext cx="432048" cy="216024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48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32BC37-4304-4D12-96CB-BC34C0E4882D}"/>
              </a:ext>
            </a:extLst>
          </p:cNvPr>
          <p:cNvSpPr txBox="1"/>
          <p:nvPr/>
        </p:nvSpPr>
        <p:spPr>
          <a:xfrm>
            <a:off x="251520" y="1228898"/>
            <a:ext cx="324036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err="1">
                <a:latin typeface="Calibri" panose="020F0502020204030204" pitchFamily="34" charset="0"/>
              </a:rPr>
              <a:t>Opdracht</a:t>
            </a:r>
            <a:r>
              <a:rPr lang="en-US" b="0" dirty="0">
                <a:latin typeface="Calibri" panose="020F0502020204030204" pitchFamily="34" charset="0"/>
              </a:rPr>
              <a:t>:</a:t>
            </a:r>
          </a:p>
          <a:p>
            <a:r>
              <a:rPr lang="en-US" sz="2000" b="0" dirty="0" err="1">
                <a:latin typeface="Calibri" panose="020F0502020204030204" pitchFamily="34" charset="0"/>
              </a:rPr>
              <a:t>Bedenk</a:t>
            </a:r>
            <a:r>
              <a:rPr lang="en-US" sz="2000" b="0" dirty="0">
                <a:latin typeface="Calibri" panose="020F0502020204030204" pitchFamily="34" charset="0"/>
              </a:rPr>
              <a:t> </a:t>
            </a:r>
            <a:r>
              <a:rPr lang="en-US" sz="2000" b="0" dirty="0" err="1">
                <a:latin typeface="Calibri" panose="020F0502020204030204" pitchFamily="34" charset="0"/>
              </a:rPr>
              <a:t>bij</a:t>
            </a:r>
            <a:r>
              <a:rPr lang="en-US" sz="2000" b="0" dirty="0">
                <a:latin typeface="Calibri" panose="020F0502020204030204" pitchFamily="34" charset="0"/>
              </a:rPr>
              <a:t> </a:t>
            </a:r>
            <a:r>
              <a:rPr lang="en-US" sz="2000" b="0" dirty="0" err="1">
                <a:latin typeface="Calibri" panose="020F0502020204030204" pitchFamily="34" charset="0"/>
              </a:rPr>
              <a:t>elke</a:t>
            </a:r>
            <a:r>
              <a:rPr lang="en-US" sz="2000" b="0" dirty="0">
                <a:latin typeface="Calibri" panose="020F0502020204030204" pitchFamily="34" charset="0"/>
              </a:rPr>
              <a:t> </a:t>
            </a:r>
            <a:r>
              <a:rPr lang="en-US" sz="2000" b="0" dirty="0" err="1">
                <a:latin typeface="Calibri" panose="020F0502020204030204" pitchFamily="34" charset="0"/>
              </a:rPr>
              <a:t>laag</a:t>
            </a:r>
            <a:r>
              <a:rPr lang="en-US" sz="2000" b="0" dirty="0">
                <a:latin typeface="Calibri" panose="020F0502020204030204" pitchFamily="34" charset="0"/>
              </a:rPr>
              <a:t> wat de  </a:t>
            </a:r>
            <a:r>
              <a:rPr lang="en-US" sz="2000" b="0" dirty="0" err="1">
                <a:latin typeface="Calibri" panose="020F0502020204030204" pitchFamily="34" charset="0"/>
              </a:rPr>
              <a:t>functie</a:t>
            </a:r>
            <a:r>
              <a:rPr lang="en-US" sz="2000" b="0" dirty="0">
                <a:latin typeface="Calibri" panose="020F0502020204030204" pitchFamily="34" charset="0"/>
              </a:rPr>
              <a:t> </a:t>
            </a:r>
            <a:r>
              <a:rPr lang="en-US" sz="2000" b="0" dirty="0" err="1">
                <a:latin typeface="Calibri" panose="020F0502020204030204" pitchFamily="34" charset="0"/>
              </a:rPr>
              <a:t>zou</a:t>
            </a:r>
            <a:r>
              <a:rPr lang="en-US" sz="2000" b="0" dirty="0">
                <a:latin typeface="Calibri" panose="020F0502020204030204" pitchFamily="34" charset="0"/>
              </a:rPr>
              <a:t> </a:t>
            </a:r>
            <a:r>
              <a:rPr lang="en-US" sz="2000" b="0" dirty="0" err="1">
                <a:latin typeface="Calibri" panose="020F0502020204030204" pitchFamily="34" charset="0"/>
              </a:rPr>
              <a:t>kunnen</a:t>
            </a:r>
            <a:r>
              <a:rPr lang="en-US" sz="2000" b="0" dirty="0">
                <a:latin typeface="Calibri" panose="020F0502020204030204" pitchFamily="34" charset="0"/>
              </a:rPr>
              <a:t> </a:t>
            </a:r>
            <a:r>
              <a:rPr lang="en-US" sz="2000" b="0" dirty="0" err="1">
                <a:latin typeface="Calibri" panose="020F0502020204030204" pitchFamily="34" charset="0"/>
              </a:rPr>
              <a:t>zijn</a:t>
            </a:r>
            <a:r>
              <a:rPr lang="en-US" sz="2000" b="0" dirty="0">
                <a:latin typeface="Calibri" panose="020F0502020204030204" pitchFamily="34" charset="0"/>
              </a:rPr>
              <a:t> </a:t>
            </a:r>
            <a:r>
              <a:rPr lang="en-US" sz="2000" b="0" dirty="0" err="1">
                <a:latin typeface="Calibri" panose="020F0502020204030204" pitchFamily="34" charset="0"/>
              </a:rPr>
              <a:t>bij</a:t>
            </a:r>
            <a:r>
              <a:rPr lang="en-US" sz="2000" b="0" dirty="0">
                <a:latin typeface="Calibri" panose="020F0502020204030204" pitchFamily="34" charset="0"/>
              </a:rPr>
              <a:t> het </a:t>
            </a:r>
            <a:r>
              <a:rPr lang="en-US" sz="2000" b="0" dirty="0" err="1">
                <a:latin typeface="Calibri" panose="020F0502020204030204" pitchFamily="34" charset="0"/>
              </a:rPr>
              <a:t>gebruik</a:t>
            </a:r>
            <a:r>
              <a:rPr lang="en-US" sz="2000" b="0" dirty="0">
                <a:latin typeface="Calibri" panose="020F0502020204030204" pitchFamily="34" charset="0"/>
              </a:rPr>
              <a:t> van </a:t>
            </a:r>
            <a:r>
              <a:rPr lang="en-US" sz="2000" b="0" dirty="0" err="1">
                <a:latin typeface="Calibri" panose="020F0502020204030204" pitchFamily="34" charset="0"/>
              </a:rPr>
              <a:t>een</a:t>
            </a:r>
            <a:r>
              <a:rPr lang="en-US" sz="2000" b="0" dirty="0">
                <a:latin typeface="Calibri" panose="020F0502020204030204" pitchFamily="34" charset="0"/>
              </a:rPr>
              <a:t> browser</a:t>
            </a:r>
          </a:p>
          <a:p>
            <a:r>
              <a:rPr lang="en-US" sz="2000" b="0" dirty="0" err="1">
                <a:latin typeface="Calibri" panose="020F0502020204030204" pitchFamily="34" charset="0"/>
              </a:rPr>
              <a:t>Tijd</a:t>
            </a:r>
            <a:r>
              <a:rPr lang="en-US" sz="2000" b="0" dirty="0">
                <a:latin typeface="Calibri" panose="020F0502020204030204" pitchFamily="34" charset="0"/>
              </a:rPr>
              <a:t>: 5 </a:t>
            </a:r>
            <a:r>
              <a:rPr lang="en-US" sz="2000" b="0" dirty="0" err="1">
                <a:latin typeface="Calibri" panose="020F0502020204030204" pitchFamily="34" charset="0"/>
              </a:rPr>
              <a:t>minuten</a:t>
            </a:r>
            <a:endParaRPr lang="en-US" sz="2000" b="0" dirty="0">
              <a:latin typeface="Calibri" panose="020F0502020204030204" pitchFamily="34" charset="0"/>
            </a:endParaRPr>
          </a:p>
          <a:p>
            <a:endParaRPr lang="en-US" sz="2000" b="0" dirty="0">
              <a:latin typeface="Calibri" panose="020F0502020204030204" pitchFamily="34" charset="0"/>
            </a:endParaRPr>
          </a:p>
          <a:p>
            <a:r>
              <a:rPr lang="en-US" b="0" dirty="0">
                <a:latin typeface="Calibri" panose="020F0502020204030204" pitchFamily="34" charset="0"/>
              </a:rPr>
              <a:t>Extra</a:t>
            </a:r>
            <a:r>
              <a:rPr lang="en-US" sz="2000" b="0" dirty="0">
                <a:latin typeface="Calibri" panose="020F0502020204030204" pitchFamily="34" charset="0"/>
              </a:rPr>
              <a:t>:</a:t>
            </a:r>
          </a:p>
          <a:p>
            <a:r>
              <a:rPr lang="en-US" sz="2000" b="0" dirty="0" err="1">
                <a:latin typeface="Calibri" panose="020F0502020204030204" pitchFamily="34" charset="0"/>
              </a:rPr>
              <a:t>Schrijf</a:t>
            </a:r>
            <a:r>
              <a:rPr lang="en-US" sz="2000" b="0" dirty="0">
                <a:latin typeface="Calibri" panose="020F0502020204030204" pitchFamily="34" charset="0"/>
              </a:rPr>
              <a:t> alle </a:t>
            </a:r>
            <a:r>
              <a:rPr lang="en-US" sz="2000" b="0" dirty="0" err="1">
                <a:latin typeface="Calibri" panose="020F0502020204030204" pitchFamily="34" charset="0"/>
              </a:rPr>
              <a:t>protocollen</a:t>
            </a:r>
            <a:r>
              <a:rPr lang="en-US" sz="2000" b="0" dirty="0">
                <a:latin typeface="Calibri" panose="020F0502020204030204" pitchFamily="34" charset="0"/>
              </a:rPr>
              <a:t> op die je </a:t>
            </a:r>
            <a:r>
              <a:rPr lang="en-US" sz="2000" b="0" dirty="0" err="1">
                <a:latin typeface="Calibri" panose="020F0502020204030204" pitchFamily="34" charset="0"/>
              </a:rPr>
              <a:t>kent</a:t>
            </a:r>
            <a:endParaRPr lang="en-US" sz="2000" b="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44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C6DD21-D453-42B5-9888-4858C0119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 TCP/IP over ethernet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3A17D44-3D26-454A-B481-0E23364A3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14</a:t>
            </a:fld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31EAA633-CEEA-47BB-AB1A-44E760832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38" y="1352450"/>
            <a:ext cx="7002524" cy="3285344"/>
          </a:xfrm>
          <a:prstGeom prst="rect">
            <a:avLst/>
          </a:prstGeom>
        </p:spPr>
      </p:pic>
      <p:sp>
        <p:nvSpPr>
          <p:cNvPr id="5" name="Tekstvak 4"/>
          <p:cNvSpPr txBox="1"/>
          <p:nvPr/>
        </p:nvSpPr>
        <p:spPr>
          <a:xfrm>
            <a:off x="3923928" y="4801716"/>
            <a:ext cx="4392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0" dirty="0"/>
              <a:t>TCP = </a:t>
            </a:r>
            <a:r>
              <a:rPr lang="nl-NL" sz="2000" b="0" dirty="0">
                <a:hlinkClick r:id="rId3"/>
              </a:rPr>
              <a:t>Transmission Control Protocol</a:t>
            </a:r>
            <a:endParaRPr lang="nl-NL" sz="2000" b="0" dirty="0"/>
          </a:p>
          <a:p>
            <a:r>
              <a:rPr lang="nl-NL" sz="2000" b="0" dirty="0"/>
              <a:t>IP = </a:t>
            </a:r>
            <a:r>
              <a:rPr lang="nl-NL" sz="2000" b="0" dirty="0" err="1">
                <a:hlinkClick r:id="rId4"/>
              </a:rPr>
              <a:t>InternetProtocol</a:t>
            </a:r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4181067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7C1B1A-1E5A-4763-905A-EB6EE2BD5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Internetdiensten op TCP/IP stack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C7DC10A-FBB4-4D76-AC07-99ADA34C7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15</a:t>
            </a:fld>
            <a:endParaRPr lang="nl-NL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" y="1705372"/>
            <a:ext cx="8677275" cy="2667000"/>
          </a:xfrm>
          <a:prstGeom prst="rect">
            <a:avLst/>
          </a:prstGeom>
        </p:spPr>
      </p:pic>
      <p:sp>
        <p:nvSpPr>
          <p:cNvPr id="4" name="Tekstvak 3"/>
          <p:cNvSpPr txBox="1"/>
          <p:nvPr/>
        </p:nvSpPr>
        <p:spPr>
          <a:xfrm>
            <a:off x="755576" y="4945732"/>
            <a:ext cx="67063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  <a:hlinkClick r:id="rId3"/>
              </a:rPr>
              <a:t>https://nl.wikipedia.org/wiki/TCP-_en_UDP-poorten</a:t>
            </a:r>
            <a:endParaRPr lang="nl-NL" b="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547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6B2D-E774-442C-9587-88E0B3563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</a:t>
            </a:r>
            <a:r>
              <a:rPr lang="en-US" dirty="0"/>
              <a:t> browser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B8D1E9-85EF-4EEF-9F27-A2FD42858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16</a:t>
            </a:fld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FBAF1-F261-4CCA-B5BD-3BFCBEC7B8B7}"/>
              </a:ext>
            </a:extLst>
          </p:cNvPr>
          <p:cNvSpPr txBox="1"/>
          <p:nvPr/>
        </p:nvSpPr>
        <p:spPr>
          <a:xfrm>
            <a:off x="395536" y="1129308"/>
            <a:ext cx="1584176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C00000"/>
                </a:solidFill>
                <a:latin typeface="Calibri" panose="020F0502020204030204" pitchFamily="34" charset="0"/>
              </a:rPr>
              <a:t>Application</a:t>
            </a:r>
          </a:p>
          <a:p>
            <a:r>
              <a:rPr lang="en-US" sz="2000" b="0" dirty="0">
                <a:latin typeface="Calibri" panose="020F0502020204030204" pitchFamily="34" charset="0"/>
              </a:rPr>
              <a:t>Presentation</a:t>
            </a:r>
          </a:p>
          <a:p>
            <a:r>
              <a:rPr lang="en-US" sz="2000" b="0" dirty="0">
                <a:latin typeface="Calibri" panose="020F0502020204030204" pitchFamily="34" charset="0"/>
              </a:rPr>
              <a:t>Session</a:t>
            </a:r>
          </a:p>
          <a:p>
            <a:r>
              <a:rPr lang="en-US" sz="2000" b="0" dirty="0">
                <a:latin typeface="Calibri" panose="020F0502020204030204" pitchFamily="34" charset="0"/>
              </a:rPr>
              <a:t>Transport</a:t>
            </a:r>
          </a:p>
          <a:p>
            <a:r>
              <a:rPr lang="en-US" sz="2000" b="0" dirty="0">
                <a:latin typeface="Calibri" panose="020F0502020204030204" pitchFamily="34" charset="0"/>
              </a:rPr>
              <a:t>Network</a:t>
            </a:r>
          </a:p>
          <a:p>
            <a:r>
              <a:rPr lang="en-US" sz="2000" b="0" dirty="0">
                <a:latin typeface="Calibri" panose="020F0502020204030204" pitchFamily="34" charset="0"/>
              </a:rPr>
              <a:t>Data link</a:t>
            </a:r>
          </a:p>
          <a:p>
            <a:r>
              <a:rPr lang="en-US" sz="2000" b="0" dirty="0">
                <a:latin typeface="Calibri" panose="020F0502020204030204" pitchFamily="34" charset="0"/>
              </a:rPr>
              <a:t>Physical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DF779-5981-4F3E-B643-07C2A79B1549}"/>
              </a:ext>
            </a:extLst>
          </p:cNvPr>
          <p:cNvSpPr txBox="1"/>
          <p:nvPr/>
        </p:nvSpPr>
        <p:spPr>
          <a:xfrm>
            <a:off x="2483768" y="1201316"/>
            <a:ext cx="5616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0" dirty="0">
                <a:latin typeface="Calibri" panose="020F0502020204030204" pitchFamily="34" charset="0"/>
              </a:rPr>
              <a:t>Afspraak over hoe netwerk</a:t>
            </a:r>
            <a:r>
              <a:rPr lang="nl-NL" b="0" dirty="0">
                <a:solidFill>
                  <a:srgbClr val="CF0033"/>
                </a:solidFill>
                <a:latin typeface="Calibri" panose="020F0502020204030204" pitchFamily="34" charset="0"/>
              </a:rPr>
              <a:t>applicaties</a:t>
            </a:r>
            <a:r>
              <a:rPr lang="nl-NL" b="0" dirty="0">
                <a:latin typeface="Calibri" panose="020F0502020204030204" pitchFamily="34" charset="0"/>
              </a:rPr>
              <a:t> communiceren.</a:t>
            </a:r>
          </a:p>
        </p:txBody>
      </p:sp>
      <p:pic>
        <p:nvPicPr>
          <p:cNvPr id="1026" name="Picture 2" descr="Image result for firefox">
            <a:extLst>
              <a:ext uri="{FF2B5EF4-FFF2-40B4-BE49-F238E27FC236}">
                <a16:creationId xmlns:a16="http://schemas.microsoft.com/office/drawing/2014/main" id="{B500BFE2-DDB6-4157-8550-CAF8E77AD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501" y="3584987"/>
            <a:ext cx="1944216" cy="1012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ep 12"/>
          <p:cNvGrpSpPr/>
          <p:nvPr/>
        </p:nvGrpSpPr>
        <p:grpSpPr>
          <a:xfrm>
            <a:off x="2136501" y="3583516"/>
            <a:ext cx="5965633" cy="1618310"/>
            <a:chOff x="2136501" y="3583516"/>
            <a:chExt cx="5965633" cy="161831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EF26691-8AD8-49A3-A831-34FD276A86DD}"/>
                </a:ext>
              </a:extLst>
            </p:cNvPr>
            <p:cNvSpPr/>
            <p:nvPr/>
          </p:nvSpPr>
          <p:spPr bwMode="auto">
            <a:xfrm>
              <a:off x="6229926" y="3675859"/>
              <a:ext cx="1872208" cy="830997"/>
            </a:xfrm>
            <a:prstGeom prst="rect">
              <a:avLst/>
            </a:prstGeom>
            <a:solidFill>
              <a:srgbClr val="CF00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bg1"/>
                  </a:solidFill>
                  <a:latin typeface="Arial" charset="0"/>
                  <a:ea typeface="ＭＳ Ｐゴシック" pitchFamily="-48" charset="-128"/>
                </a:rPr>
                <a:t>Apache webserver</a:t>
              </a:r>
              <a:endParaRPr kumimoji="0" lang="nl-NL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-48" charset="-128"/>
              </a:endParaRPr>
            </a:p>
          </p:txBody>
        </p:sp>
        <p:pic>
          <p:nvPicPr>
            <p:cNvPr id="9" name="Picture 2" descr="Image result for firefox">
              <a:extLst>
                <a:ext uri="{FF2B5EF4-FFF2-40B4-BE49-F238E27FC236}">
                  <a16:creationId xmlns:a16="http://schemas.microsoft.com/office/drawing/2014/main" id="{B500BFE2-DDB6-4157-8550-CAF8E77ADF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6501" y="3590075"/>
              <a:ext cx="1944216" cy="10127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0E228F5F-BCE1-44AE-B65D-36819DF7B947}"/>
                </a:ext>
              </a:extLst>
            </p:cNvPr>
            <p:cNvSpPr txBox="1"/>
            <p:nvPr/>
          </p:nvSpPr>
          <p:spPr>
            <a:xfrm>
              <a:off x="4498096" y="3583516"/>
              <a:ext cx="8413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>
                  <a:solidFill>
                    <a:srgbClr val="C00000"/>
                  </a:solidFill>
                  <a:latin typeface="Calibri" panose="020F0502020204030204" pitchFamily="34" charset="0"/>
                </a:rPr>
                <a:t>HTTP</a:t>
              </a:r>
            </a:p>
          </p:txBody>
        </p:sp>
        <p:cxnSp>
          <p:nvCxnSpPr>
            <p:cNvPr id="11" name="Rechte verbindingslijn met pijl 10"/>
            <p:cNvCxnSpPr>
              <a:endCxn id="7" idx="1"/>
            </p:cNvCxnSpPr>
            <p:nvPr/>
          </p:nvCxnSpPr>
          <p:spPr bwMode="auto">
            <a:xfrm>
              <a:off x="3635896" y="4091357"/>
              <a:ext cx="2594030" cy="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CF0033"/>
              </a:solidFill>
              <a:prstDash val="solid"/>
              <a:round/>
              <a:headEnd type="arrow" w="lg" len="lg"/>
              <a:tailEnd type="arrow" w="lg" len="lg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Tekstvak 11"/>
            <p:cNvSpPr txBox="1"/>
            <p:nvPr/>
          </p:nvSpPr>
          <p:spPr>
            <a:xfrm>
              <a:off x="3076525" y="4801716"/>
              <a:ext cx="43924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000" b="0" dirty="0"/>
                <a:t>HTTP = </a:t>
              </a:r>
              <a:r>
                <a:rPr lang="nl-NL" sz="2000" b="0" dirty="0" err="1">
                  <a:hlinkClick r:id="rId3"/>
                </a:rPr>
                <a:t>HyperText</a:t>
              </a:r>
              <a:r>
                <a:rPr lang="nl-NL" sz="2000" b="0" dirty="0">
                  <a:hlinkClick r:id="rId3"/>
                </a:rPr>
                <a:t> Transfer Protocol</a:t>
              </a:r>
              <a:endParaRPr lang="nl-NL" sz="2000" b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62887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6B2D-E774-442C-9587-88E0B3563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</a:t>
            </a:r>
            <a:r>
              <a:rPr lang="en-US" dirty="0"/>
              <a:t> browser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B8D1E9-85EF-4EEF-9F27-A2FD42858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17</a:t>
            </a:fld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FBAF1-F261-4CCA-B5BD-3BFCBEC7B8B7}"/>
              </a:ext>
            </a:extLst>
          </p:cNvPr>
          <p:cNvSpPr txBox="1"/>
          <p:nvPr/>
        </p:nvSpPr>
        <p:spPr>
          <a:xfrm>
            <a:off x="395536" y="1129308"/>
            <a:ext cx="1584176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Calibri" panose="020F0502020204030204" pitchFamily="34" charset="0"/>
              </a:rPr>
              <a:t>Application</a:t>
            </a:r>
          </a:p>
          <a:p>
            <a:r>
              <a:rPr lang="nl-NL" sz="2000" b="0" dirty="0">
                <a:solidFill>
                  <a:srgbClr val="C00000"/>
                </a:solidFill>
                <a:latin typeface="Calibri" panose="020F0502020204030204" pitchFamily="34" charset="0"/>
              </a:rPr>
              <a:t>Presentation</a:t>
            </a:r>
          </a:p>
          <a:p>
            <a:r>
              <a:rPr lang="nl-NL" sz="2000" b="0" dirty="0" err="1">
                <a:latin typeface="Calibri" panose="020F0502020204030204" pitchFamily="34" charset="0"/>
              </a:rPr>
              <a:t>Session</a:t>
            </a:r>
            <a:endParaRPr lang="nl-NL" sz="2000" b="0" dirty="0">
              <a:latin typeface="Calibri" panose="020F0502020204030204" pitchFamily="34" charset="0"/>
            </a:endParaRPr>
          </a:p>
          <a:p>
            <a:r>
              <a:rPr lang="nl-NL" sz="2000" b="0" dirty="0">
                <a:latin typeface="Calibri" panose="020F0502020204030204" pitchFamily="34" charset="0"/>
              </a:rPr>
              <a:t>Transport</a:t>
            </a:r>
          </a:p>
          <a:p>
            <a:r>
              <a:rPr lang="nl-NL" sz="2000" b="0" dirty="0">
                <a:latin typeface="Calibri" panose="020F0502020204030204" pitchFamily="34" charset="0"/>
              </a:rPr>
              <a:t>Network</a:t>
            </a:r>
          </a:p>
          <a:p>
            <a:r>
              <a:rPr lang="nl-NL" sz="2000" b="0" dirty="0">
                <a:latin typeface="Calibri" panose="020F0502020204030204" pitchFamily="34" charset="0"/>
              </a:rPr>
              <a:t>Data link</a:t>
            </a:r>
          </a:p>
          <a:p>
            <a:r>
              <a:rPr lang="nl-NL" sz="2000" b="0" dirty="0" err="1">
                <a:latin typeface="Calibri" panose="020F0502020204030204" pitchFamily="34" charset="0"/>
              </a:rPr>
              <a:t>Physical</a:t>
            </a:r>
            <a:endParaRPr lang="nl-NL" sz="2000" b="0" dirty="0"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DF779-5981-4F3E-B643-07C2A79B1549}"/>
              </a:ext>
            </a:extLst>
          </p:cNvPr>
          <p:cNvSpPr txBox="1"/>
          <p:nvPr/>
        </p:nvSpPr>
        <p:spPr>
          <a:xfrm>
            <a:off x="2483768" y="1201316"/>
            <a:ext cx="56166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0" dirty="0">
                <a:latin typeface="Calibri" panose="020F0502020204030204" pitchFamily="34" charset="0"/>
              </a:rPr>
              <a:t>Afspraken over hoe de data </a:t>
            </a:r>
            <a:r>
              <a:rPr lang="nl-NL" b="0" dirty="0">
                <a:solidFill>
                  <a:srgbClr val="CF0033"/>
                </a:solidFill>
                <a:latin typeface="Calibri" panose="020F0502020204030204" pitchFamily="34" charset="0"/>
              </a:rPr>
              <a:t>gepresenteerd</a:t>
            </a:r>
            <a:r>
              <a:rPr lang="nl-NL" b="0" dirty="0">
                <a:latin typeface="Calibri" panose="020F0502020204030204" pitchFamily="34" charset="0"/>
              </a:rPr>
              <a:t> wordt (eruit ziet):</a:t>
            </a:r>
          </a:p>
          <a:p>
            <a:pPr marL="342900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Codering</a:t>
            </a:r>
          </a:p>
          <a:p>
            <a:pPr marL="342900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Compressie</a:t>
            </a:r>
          </a:p>
          <a:p>
            <a:pPr marL="342900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Encryptie</a:t>
            </a:r>
          </a:p>
          <a:p>
            <a:pPr marL="342900" indent="-342900">
              <a:buFontTx/>
              <a:buChar char="-"/>
            </a:pPr>
            <a:endParaRPr lang="nl-NL" b="0" dirty="0">
              <a:latin typeface="Calibri" panose="020F0502020204030204" pitchFamily="34" charset="0"/>
            </a:endParaRPr>
          </a:p>
        </p:txBody>
      </p:sp>
      <p:grpSp>
        <p:nvGrpSpPr>
          <p:cNvPr id="5" name="Groep 4"/>
          <p:cNvGrpSpPr/>
          <p:nvPr/>
        </p:nvGrpSpPr>
        <p:grpSpPr>
          <a:xfrm>
            <a:off x="2136501" y="3583516"/>
            <a:ext cx="6091214" cy="1926086"/>
            <a:chOff x="2136501" y="3583516"/>
            <a:chExt cx="6091214" cy="1926086"/>
          </a:xfrm>
        </p:grpSpPr>
        <p:pic>
          <p:nvPicPr>
            <p:cNvPr id="13" name="Picture 2" descr="Image result for firefox">
              <a:extLst>
                <a:ext uri="{FF2B5EF4-FFF2-40B4-BE49-F238E27FC236}">
                  <a16:creationId xmlns:a16="http://schemas.microsoft.com/office/drawing/2014/main" id="{B500BFE2-DDB6-4157-8550-CAF8E77ADF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6501" y="3590075"/>
              <a:ext cx="1944216" cy="10127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9EF26691-8AD8-49A3-A831-34FD276A86DD}"/>
                </a:ext>
              </a:extLst>
            </p:cNvPr>
            <p:cNvSpPr/>
            <p:nvPr/>
          </p:nvSpPr>
          <p:spPr bwMode="auto">
            <a:xfrm>
              <a:off x="6229926" y="3675859"/>
              <a:ext cx="1872208" cy="830997"/>
            </a:xfrm>
            <a:prstGeom prst="rect">
              <a:avLst/>
            </a:prstGeom>
            <a:solidFill>
              <a:srgbClr val="CF00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bg1"/>
                  </a:solidFill>
                  <a:latin typeface="Arial" charset="0"/>
                  <a:ea typeface="ＭＳ Ｐゴシック" pitchFamily="-48" charset="-128"/>
                </a:rPr>
                <a:t>Apache webserver</a:t>
              </a:r>
              <a:endParaRPr kumimoji="0" lang="nl-NL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-48" charset="-128"/>
              </a:endParaRPr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0E228F5F-BCE1-44AE-B65D-36819DF7B947}"/>
                </a:ext>
              </a:extLst>
            </p:cNvPr>
            <p:cNvSpPr txBox="1"/>
            <p:nvPr/>
          </p:nvSpPr>
          <p:spPr>
            <a:xfrm>
              <a:off x="4498096" y="3583516"/>
              <a:ext cx="6062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>
                  <a:solidFill>
                    <a:srgbClr val="C00000"/>
                  </a:solidFill>
                  <a:latin typeface="Calibri" panose="020F0502020204030204" pitchFamily="34" charset="0"/>
                </a:rPr>
                <a:t>TLS</a:t>
              </a:r>
            </a:p>
          </p:txBody>
        </p:sp>
        <p:cxnSp>
          <p:nvCxnSpPr>
            <p:cNvPr id="11" name="Rechte verbindingslijn met pijl 10"/>
            <p:cNvCxnSpPr>
              <a:endCxn id="9" idx="1"/>
            </p:cNvCxnSpPr>
            <p:nvPr/>
          </p:nvCxnSpPr>
          <p:spPr bwMode="auto">
            <a:xfrm>
              <a:off x="3635896" y="4091357"/>
              <a:ext cx="2594030" cy="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CF0033"/>
              </a:solidFill>
              <a:prstDash val="solid"/>
              <a:round/>
              <a:headEnd type="arrow" w="lg" len="lg"/>
              <a:tailEnd type="arrow" w="lg" len="lg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Tekstvak 11"/>
            <p:cNvSpPr txBox="1"/>
            <p:nvPr/>
          </p:nvSpPr>
          <p:spPr>
            <a:xfrm>
              <a:off x="2843808" y="4801716"/>
              <a:ext cx="538390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000" b="0" dirty="0"/>
                <a:t>TLS = </a:t>
              </a:r>
              <a:r>
                <a:rPr lang="nl-NL" sz="2000" b="0" dirty="0">
                  <a:hlinkClick r:id="rId3"/>
                </a:rPr>
                <a:t>Transport </a:t>
              </a:r>
              <a:r>
                <a:rPr lang="nl-NL" sz="2000" b="0" dirty="0" err="1">
                  <a:hlinkClick r:id="rId3"/>
                </a:rPr>
                <a:t>Layer</a:t>
              </a:r>
              <a:r>
                <a:rPr lang="nl-NL" sz="2000" b="0" dirty="0">
                  <a:hlinkClick r:id="rId3"/>
                </a:rPr>
                <a:t> Security</a:t>
              </a:r>
              <a:endParaRPr lang="nl-NL" sz="2000" b="0" dirty="0"/>
            </a:p>
            <a:p>
              <a:pPr algn="ctr"/>
              <a:r>
                <a:rPr lang="nl-NL" sz="2000" b="0" dirty="0"/>
                <a:t>Zie ook: </a:t>
              </a:r>
              <a:r>
                <a:rPr lang="en-US" sz="2000" b="0" dirty="0">
                  <a:hlinkClick r:id="rId4"/>
                </a:rPr>
                <a:t>List of network protocols (OSI model)</a:t>
              </a:r>
              <a:endParaRPr lang="en-US" sz="2000" b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75668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6B2D-E774-442C-9587-88E0B3563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</a:t>
            </a:r>
            <a:r>
              <a:rPr lang="en-US" dirty="0"/>
              <a:t> browser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B8D1E9-85EF-4EEF-9F27-A2FD42858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18</a:t>
            </a:fld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FBAF1-F261-4CCA-B5BD-3BFCBEC7B8B7}"/>
              </a:ext>
            </a:extLst>
          </p:cNvPr>
          <p:cNvSpPr txBox="1"/>
          <p:nvPr/>
        </p:nvSpPr>
        <p:spPr>
          <a:xfrm>
            <a:off x="395536" y="1129308"/>
            <a:ext cx="1584176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Calibri" panose="020F0502020204030204" pitchFamily="34" charset="0"/>
              </a:rPr>
              <a:t>Application</a:t>
            </a:r>
          </a:p>
          <a:p>
            <a:r>
              <a:rPr lang="nl-NL" sz="2000" b="0" dirty="0">
                <a:latin typeface="Calibri" panose="020F0502020204030204" pitchFamily="34" charset="0"/>
              </a:rPr>
              <a:t>Presentation</a:t>
            </a:r>
          </a:p>
          <a:p>
            <a:r>
              <a:rPr lang="nl-NL" sz="2000" b="0" dirty="0" err="1">
                <a:solidFill>
                  <a:srgbClr val="C00000"/>
                </a:solidFill>
                <a:latin typeface="Calibri" panose="020F0502020204030204" pitchFamily="34" charset="0"/>
              </a:rPr>
              <a:t>Session</a:t>
            </a:r>
            <a:endParaRPr lang="nl-NL" sz="2000" b="0" dirty="0">
              <a:latin typeface="Calibri" panose="020F0502020204030204" pitchFamily="34" charset="0"/>
            </a:endParaRPr>
          </a:p>
          <a:p>
            <a:r>
              <a:rPr lang="nl-NL" sz="2000" b="0" dirty="0">
                <a:latin typeface="Calibri" panose="020F0502020204030204" pitchFamily="34" charset="0"/>
              </a:rPr>
              <a:t>Transport</a:t>
            </a:r>
          </a:p>
          <a:p>
            <a:r>
              <a:rPr lang="nl-NL" sz="2000" b="0" dirty="0">
                <a:latin typeface="Calibri" panose="020F0502020204030204" pitchFamily="34" charset="0"/>
              </a:rPr>
              <a:t>Network</a:t>
            </a:r>
          </a:p>
          <a:p>
            <a:r>
              <a:rPr lang="nl-NL" sz="2000" b="0" dirty="0">
                <a:latin typeface="Calibri" panose="020F0502020204030204" pitchFamily="34" charset="0"/>
              </a:rPr>
              <a:t>Data link</a:t>
            </a:r>
          </a:p>
          <a:p>
            <a:r>
              <a:rPr lang="nl-NL" sz="2000" b="0" dirty="0" err="1">
                <a:latin typeface="Calibri" panose="020F0502020204030204" pitchFamily="34" charset="0"/>
              </a:rPr>
              <a:t>Physical</a:t>
            </a:r>
            <a:endParaRPr lang="nl-NL" sz="2000" b="0" dirty="0"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DF779-5981-4F3E-B643-07C2A79B1549}"/>
              </a:ext>
            </a:extLst>
          </p:cNvPr>
          <p:cNvSpPr txBox="1"/>
          <p:nvPr/>
        </p:nvSpPr>
        <p:spPr>
          <a:xfrm>
            <a:off x="2483768" y="1201316"/>
            <a:ext cx="56166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err="1">
                <a:latin typeface="Calibri" panose="020F0502020204030204" pitchFamily="34" charset="0"/>
              </a:rPr>
              <a:t>Afspraak</a:t>
            </a:r>
            <a:r>
              <a:rPr lang="en-US" b="0" dirty="0">
                <a:latin typeface="Calibri" panose="020F0502020204030204" pitchFamily="34" charset="0"/>
              </a:rPr>
              <a:t> over hoe </a:t>
            </a:r>
            <a:r>
              <a:rPr lang="en-US" b="0" dirty="0" err="1">
                <a:latin typeface="Calibri" panose="020F0502020204030204" pitchFamily="34" charset="0"/>
              </a:rPr>
              <a:t>netwerkapplicaties</a:t>
            </a:r>
            <a:r>
              <a:rPr lang="en-US" b="0" dirty="0">
                <a:latin typeface="Calibri" panose="020F0502020204030204" pitchFamily="34" charset="0"/>
              </a:rPr>
              <a:t> </a:t>
            </a:r>
            <a:r>
              <a:rPr lang="en-US" b="0" dirty="0" err="1">
                <a:latin typeface="Calibri" panose="020F0502020204030204" pitchFamily="34" charset="0"/>
              </a:rPr>
              <a:t>verbinden</a:t>
            </a:r>
            <a:r>
              <a:rPr lang="en-US" b="0" dirty="0">
                <a:latin typeface="Calibri" panose="020F0502020204030204" pitchFamily="34" charset="0"/>
              </a:rPr>
              <a:t>:</a:t>
            </a:r>
          </a:p>
          <a:p>
            <a:pPr marL="342900" indent="-342900">
              <a:buFontTx/>
              <a:buChar char="-"/>
            </a:pPr>
            <a:r>
              <a:rPr lang="en-US" b="0" dirty="0" err="1">
                <a:solidFill>
                  <a:srgbClr val="CF0033"/>
                </a:solidFill>
                <a:latin typeface="Calibri" panose="020F0502020204030204" pitchFamily="34" charset="0"/>
              </a:rPr>
              <a:t>Sessies</a:t>
            </a:r>
            <a:endParaRPr lang="en-US" b="0" dirty="0">
              <a:solidFill>
                <a:srgbClr val="CF0033"/>
              </a:solidFill>
              <a:latin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b="0" dirty="0" err="1">
                <a:latin typeface="Calibri" panose="020F0502020204030204" pitchFamily="34" charset="0"/>
              </a:rPr>
              <a:t>Authenticatie</a:t>
            </a:r>
            <a:endParaRPr lang="en-US" b="0" dirty="0">
              <a:latin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b="0" dirty="0" err="1">
                <a:latin typeface="Calibri" panose="020F0502020204030204" pitchFamily="34" charset="0"/>
              </a:rPr>
              <a:t>Authorisatie</a:t>
            </a:r>
            <a:endParaRPr lang="en-US" b="0" dirty="0">
              <a:latin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endParaRPr lang="nl-NL" b="0" dirty="0" err="1">
              <a:latin typeface="Calibri" panose="020F050202020403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A262C45-2338-487A-93F9-BB47C3514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009" y="1793440"/>
            <a:ext cx="4104455" cy="2742278"/>
          </a:xfrm>
          <a:prstGeom prst="rect">
            <a:avLst/>
          </a:prstGeom>
        </p:spPr>
      </p:pic>
      <p:grpSp>
        <p:nvGrpSpPr>
          <p:cNvPr id="10" name="Groep 9"/>
          <p:cNvGrpSpPr/>
          <p:nvPr/>
        </p:nvGrpSpPr>
        <p:grpSpPr>
          <a:xfrm>
            <a:off x="190543" y="4646510"/>
            <a:ext cx="5965633" cy="1019302"/>
            <a:chOff x="2136501" y="3583516"/>
            <a:chExt cx="5965633" cy="1019302"/>
          </a:xfrm>
        </p:grpSpPr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9EF26691-8AD8-49A3-A831-34FD276A86DD}"/>
                </a:ext>
              </a:extLst>
            </p:cNvPr>
            <p:cNvSpPr/>
            <p:nvPr/>
          </p:nvSpPr>
          <p:spPr bwMode="auto">
            <a:xfrm>
              <a:off x="6229926" y="3675859"/>
              <a:ext cx="1872208" cy="830997"/>
            </a:xfrm>
            <a:prstGeom prst="rect">
              <a:avLst/>
            </a:prstGeom>
            <a:solidFill>
              <a:srgbClr val="CF00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bg1"/>
                  </a:solidFill>
                  <a:latin typeface="Arial" charset="0"/>
                  <a:ea typeface="ＭＳ Ｐゴシック" pitchFamily="-48" charset="-128"/>
                </a:rPr>
                <a:t>Apache webserver</a:t>
              </a:r>
              <a:endParaRPr kumimoji="0" lang="nl-NL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-48" charset="-128"/>
              </a:endParaRPr>
            </a:p>
          </p:txBody>
        </p:sp>
        <p:pic>
          <p:nvPicPr>
            <p:cNvPr id="12" name="Picture 2" descr="Image result for firefox">
              <a:extLst>
                <a:ext uri="{FF2B5EF4-FFF2-40B4-BE49-F238E27FC236}">
                  <a16:creationId xmlns:a16="http://schemas.microsoft.com/office/drawing/2014/main" id="{B500BFE2-DDB6-4157-8550-CAF8E77ADF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6501" y="3590075"/>
              <a:ext cx="1944216" cy="10127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0E228F5F-BCE1-44AE-B65D-36819DF7B947}"/>
                </a:ext>
              </a:extLst>
            </p:cNvPr>
            <p:cNvSpPr txBox="1"/>
            <p:nvPr/>
          </p:nvSpPr>
          <p:spPr>
            <a:xfrm>
              <a:off x="3709646" y="3583516"/>
              <a:ext cx="325201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dirty="0">
                  <a:solidFill>
                    <a:srgbClr val="C00000"/>
                  </a:solidFill>
                  <a:latin typeface="Calibri" panose="020F0502020204030204" pitchFamily="34" charset="0"/>
                </a:rPr>
                <a:t>Data (html, </a:t>
              </a:r>
              <a:r>
                <a:rPr lang="en-US" b="0" dirty="0" err="1">
                  <a:solidFill>
                    <a:srgbClr val="C00000"/>
                  </a:solidFill>
                  <a:latin typeface="Calibri" panose="020F0502020204030204" pitchFamily="34" charset="0"/>
                </a:rPr>
                <a:t>js</a:t>
              </a:r>
              <a:r>
                <a:rPr lang="en-US" b="0" dirty="0">
                  <a:solidFill>
                    <a:srgbClr val="C00000"/>
                  </a:solidFill>
                  <a:latin typeface="Calibri" panose="020F0502020204030204" pitchFamily="34" charset="0"/>
                </a:rPr>
                <a:t> etc.)</a:t>
              </a:r>
            </a:p>
            <a:p>
              <a:endParaRPr lang="en-US" b="0" dirty="0">
                <a:solidFill>
                  <a:srgbClr val="C00000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14" name="Rechte verbindingslijn met pijl 13"/>
            <p:cNvCxnSpPr>
              <a:endCxn id="11" idx="1"/>
            </p:cNvCxnSpPr>
            <p:nvPr/>
          </p:nvCxnSpPr>
          <p:spPr bwMode="auto">
            <a:xfrm>
              <a:off x="3635896" y="4091357"/>
              <a:ext cx="2594030" cy="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CF0033"/>
              </a:solidFill>
              <a:prstDash val="solid"/>
              <a:round/>
              <a:headEnd type="arrow" w="lg" len="lg"/>
              <a:tailEnd type="arrow" w="lg" len="lg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33147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15471F-8212-4475-93DB-7A636CC58E0F}"/>
              </a:ext>
            </a:extLst>
          </p:cNvPr>
          <p:cNvSpPr/>
          <p:nvPr/>
        </p:nvSpPr>
        <p:spPr bwMode="auto">
          <a:xfrm>
            <a:off x="496742" y="3139051"/>
            <a:ext cx="2520277" cy="2128677"/>
          </a:xfrm>
          <a:prstGeom prst="rect">
            <a:avLst/>
          </a:prstGeom>
          <a:solidFill>
            <a:srgbClr val="CF003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  <a:latin typeface="Arial" charset="0"/>
                <a:ea typeface="ＭＳ Ｐゴシック" pitchFamily="-48" charset="-128"/>
              </a:rPr>
              <a:t>Computer</a:t>
            </a:r>
            <a:endParaRPr kumimoji="0" lang="nl-NL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pitchFamily="-48" charset="-128"/>
            </a:endParaRPr>
          </a:p>
        </p:txBody>
      </p:sp>
      <p:pic>
        <p:nvPicPr>
          <p:cNvPr id="1026" name="Picture 2" descr="Image result for firefox">
            <a:extLst>
              <a:ext uri="{FF2B5EF4-FFF2-40B4-BE49-F238E27FC236}">
                <a16:creationId xmlns:a16="http://schemas.microsoft.com/office/drawing/2014/main" id="{B500BFE2-DDB6-4157-8550-CAF8E77AD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81" y="3580379"/>
            <a:ext cx="1464004" cy="7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A16B2D-E774-442C-9587-88E0B3563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</a:t>
            </a:r>
            <a:r>
              <a:rPr lang="en-US" dirty="0"/>
              <a:t> browser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FBAF1-F261-4CCA-B5BD-3BFCBEC7B8B7}"/>
              </a:ext>
            </a:extLst>
          </p:cNvPr>
          <p:cNvSpPr txBox="1"/>
          <p:nvPr/>
        </p:nvSpPr>
        <p:spPr>
          <a:xfrm>
            <a:off x="395536" y="841276"/>
            <a:ext cx="1584176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Calibri" panose="020F0502020204030204" pitchFamily="34" charset="0"/>
              </a:rPr>
              <a:t>Application</a:t>
            </a:r>
          </a:p>
          <a:p>
            <a:r>
              <a:rPr lang="nl-NL" sz="2000" b="0" dirty="0">
                <a:latin typeface="Calibri" panose="020F0502020204030204" pitchFamily="34" charset="0"/>
              </a:rPr>
              <a:t>Presentation</a:t>
            </a:r>
          </a:p>
          <a:p>
            <a:r>
              <a:rPr lang="nl-NL" sz="2000" b="0" dirty="0" err="1">
                <a:latin typeface="Calibri" panose="020F0502020204030204" pitchFamily="34" charset="0"/>
              </a:rPr>
              <a:t>Session</a:t>
            </a:r>
            <a:endParaRPr lang="nl-NL" sz="2000" b="0" dirty="0">
              <a:latin typeface="Calibri" panose="020F0502020204030204" pitchFamily="34" charset="0"/>
            </a:endParaRPr>
          </a:p>
          <a:p>
            <a:r>
              <a:rPr lang="nl-NL" sz="2000" b="0" dirty="0">
                <a:solidFill>
                  <a:srgbClr val="C00000"/>
                </a:solidFill>
                <a:latin typeface="Calibri" panose="020F0502020204030204" pitchFamily="34" charset="0"/>
              </a:rPr>
              <a:t>Transport</a:t>
            </a:r>
          </a:p>
          <a:p>
            <a:r>
              <a:rPr lang="nl-NL" sz="2000" b="0" dirty="0">
                <a:latin typeface="Calibri" panose="020F0502020204030204" pitchFamily="34" charset="0"/>
              </a:rPr>
              <a:t>Network</a:t>
            </a:r>
          </a:p>
          <a:p>
            <a:r>
              <a:rPr lang="nl-NL" sz="2000" b="0" dirty="0">
                <a:latin typeface="Calibri" panose="020F0502020204030204" pitchFamily="34" charset="0"/>
              </a:rPr>
              <a:t>Data link</a:t>
            </a:r>
          </a:p>
          <a:p>
            <a:r>
              <a:rPr lang="nl-NL" sz="2000" b="0" dirty="0" err="1">
                <a:latin typeface="Calibri" panose="020F0502020204030204" pitchFamily="34" charset="0"/>
              </a:rPr>
              <a:t>Physical</a:t>
            </a:r>
            <a:endParaRPr lang="nl-NL" sz="2000" b="0" dirty="0"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DF779-5981-4F3E-B643-07C2A79B1549}"/>
              </a:ext>
            </a:extLst>
          </p:cNvPr>
          <p:cNvSpPr txBox="1"/>
          <p:nvPr/>
        </p:nvSpPr>
        <p:spPr>
          <a:xfrm>
            <a:off x="2445414" y="827916"/>
            <a:ext cx="63030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0" dirty="0">
                <a:latin typeface="Calibri" panose="020F0502020204030204" pitchFamily="34" charset="0"/>
              </a:rPr>
              <a:t>Beheren van data</a:t>
            </a:r>
            <a:r>
              <a:rPr lang="nl-NL" b="0" dirty="0">
                <a:solidFill>
                  <a:srgbClr val="CF0033"/>
                </a:solidFill>
                <a:latin typeface="Calibri" panose="020F0502020204030204" pitchFamily="34" charset="0"/>
              </a:rPr>
              <a:t>transport</a:t>
            </a:r>
            <a:r>
              <a:rPr lang="nl-NL" b="0" dirty="0">
                <a:latin typeface="Calibri" panose="020F0502020204030204" pitchFamily="34" charset="0"/>
              </a:rPr>
              <a:t> (TCP/UDP):</a:t>
            </a:r>
          </a:p>
          <a:p>
            <a:pPr marL="342900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Segmentatie</a:t>
            </a:r>
          </a:p>
          <a:p>
            <a:pPr marL="342900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Doel/bron poorten </a:t>
            </a:r>
          </a:p>
          <a:p>
            <a:pPr marL="800100" lvl="1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Bijv. pakketjes op poort 46543 voor Firefox</a:t>
            </a:r>
          </a:p>
          <a:p>
            <a:pPr marL="800100" lvl="1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Pakketjes op poort 8234 voor Skype</a:t>
            </a:r>
          </a:p>
          <a:p>
            <a:pPr marL="342900" indent="-342900">
              <a:buFontTx/>
              <a:buChar char="-"/>
            </a:pPr>
            <a:endParaRPr lang="nl-NL" b="0" dirty="0">
              <a:latin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endParaRPr lang="nl-NL" b="0" dirty="0">
              <a:latin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F26691-8AD8-49A3-A831-34FD276A86DD}"/>
              </a:ext>
            </a:extLst>
          </p:cNvPr>
          <p:cNvSpPr/>
          <p:nvPr/>
        </p:nvSpPr>
        <p:spPr bwMode="auto">
          <a:xfrm>
            <a:off x="6436410" y="3537576"/>
            <a:ext cx="2159901" cy="911956"/>
          </a:xfrm>
          <a:prstGeom prst="rect">
            <a:avLst/>
          </a:prstGeom>
          <a:solidFill>
            <a:srgbClr val="CF003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-48" charset="-128"/>
              </a:rPr>
              <a:t>Apache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  <a:latin typeface="Arial" charset="0"/>
                <a:ea typeface="ＭＳ Ｐゴシック" pitchFamily="-48" charset="-128"/>
              </a:rPr>
              <a:t>Webserver</a:t>
            </a:r>
            <a:endParaRPr kumimoji="0" lang="nl-NL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pitchFamily="-48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228F5F-BCE1-44AE-B65D-36819DF7B947}"/>
              </a:ext>
            </a:extLst>
          </p:cNvPr>
          <p:cNvSpPr txBox="1"/>
          <p:nvPr/>
        </p:nvSpPr>
        <p:spPr>
          <a:xfrm>
            <a:off x="3973302" y="2799395"/>
            <a:ext cx="764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C00000"/>
                </a:solidFill>
                <a:latin typeface="Calibri" panose="020F0502020204030204" pitchFamily="34" charset="0"/>
              </a:rPr>
              <a:t>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FDEF61-327C-4FE9-A282-7581AE266E40}"/>
              </a:ext>
            </a:extLst>
          </p:cNvPr>
          <p:cNvSpPr txBox="1"/>
          <p:nvPr/>
        </p:nvSpPr>
        <p:spPr>
          <a:xfrm>
            <a:off x="3131840" y="3881315"/>
            <a:ext cx="28248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C00000"/>
                </a:solidFill>
                <a:latin typeface="Calibri" panose="020F0502020204030204" pitchFamily="34" charset="0"/>
              </a:rPr>
              <a:t>seg1 seg2 seg3 seg4  </a:t>
            </a:r>
          </a:p>
          <a:p>
            <a:endParaRPr lang="en-US" b="0" dirty="0">
              <a:solidFill>
                <a:srgbClr val="C00000"/>
              </a:solidFill>
              <a:latin typeface="Calibri" panose="020F0502020204030204" pitchFamily="34" charset="0"/>
            </a:endParaRPr>
          </a:p>
          <a:p>
            <a:r>
              <a:rPr lang="en-US" b="0" dirty="0">
                <a:solidFill>
                  <a:srgbClr val="C00000"/>
                </a:solidFill>
                <a:latin typeface="Calibri" panose="020F0502020204030204" pitchFamily="34" charset="0"/>
              </a:rPr>
              <a:t>seg1 seg2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F7BDD8-FC52-4A74-A653-64E5DF6994A8}"/>
              </a:ext>
            </a:extLst>
          </p:cNvPr>
          <p:cNvCxnSpPr>
            <a:cxnSpLocks/>
          </p:cNvCxnSpPr>
          <p:nvPr/>
        </p:nvCxnSpPr>
        <p:spPr bwMode="auto">
          <a:xfrm flipH="1">
            <a:off x="3420196" y="3284277"/>
            <a:ext cx="632593" cy="542493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lg" len="lg"/>
            <a:tailEnd type="arrow" w="lg" len="lg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BC9AD8-73B3-49F4-8448-F98E68A1E8F9}"/>
              </a:ext>
            </a:extLst>
          </p:cNvPr>
          <p:cNvCxnSpPr/>
          <p:nvPr/>
        </p:nvCxnSpPr>
        <p:spPr bwMode="auto">
          <a:xfrm>
            <a:off x="4355651" y="3261060"/>
            <a:ext cx="0" cy="620255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lg" len="lg"/>
            <a:tailEnd type="arrow" w="lg" len="lg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E1F9F6-FDEA-4628-8CA1-C51DACDBB3FD}"/>
              </a:ext>
            </a:extLst>
          </p:cNvPr>
          <p:cNvCxnSpPr>
            <a:cxnSpLocks/>
          </p:cNvCxnSpPr>
          <p:nvPr/>
        </p:nvCxnSpPr>
        <p:spPr bwMode="auto">
          <a:xfrm>
            <a:off x="4637265" y="3284277"/>
            <a:ext cx="726823" cy="597038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lg" len="lg"/>
            <a:tailEnd type="arrow" w="lg" len="lg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E869DF-A3B4-4451-86AE-60E9AFD6E5C6}"/>
              </a:ext>
            </a:extLst>
          </p:cNvPr>
          <p:cNvCxnSpPr>
            <a:cxnSpLocks/>
          </p:cNvCxnSpPr>
          <p:nvPr/>
        </p:nvCxnSpPr>
        <p:spPr bwMode="auto">
          <a:xfrm>
            <a:off x="1547664" y="4128942"/>
            <a:ext cx="1469355" cy="18221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bg1"/>
            </a:solidFill>
            <a:prstDash val="solid"/>
            <a:round/>
            <a:headEnd type="arrow" w="lg" len="lg"/>
            <a:tailEnd type="arrow" w="lg" len="lg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A476926-8F08-4DE5-BE35-9FEEF1A84027}"/>
              </a:ext>
            </a:extLst>
          </p:cNvPr>
          <p:cNvCxnSpPr>
            <a:cxnSpLocks/>
          </p:cNvCxnSpPr>
          <p:nvPr/>
        </p:nvCxnSpPr>
        <p:spPr bwMode="auto">
          <a:xfrm>
            <a:off x="1815585" y="4862698"/>
            <a:ext cx="1201434" cy="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bg1"/>
            </a:solidFill>
            <a:prstDash val="solid"/>
            <a:round/>
            <a:headEnd type="arrow" w="lg" len="lg"/>
            <a:tailEnd type="arrow" w="lg" len="lg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8883229-2BA8-48BC-B801-63799742046C}"/>
              </a:ext>
            </a:extLst>
          </p:cNvPr>
          <p:cNvCxnSpPr>
            <a:cxnSpLocks/>
          </p:cNvCxnSpPr>
          <p:nvPr/>
        </p:nvCxnSpPr>
        <p:spPr bwMode="auto">
          <a:xfrm>
            <a:off x="5868144" y="4147163"/>
            <a:ext cx="568266" cy="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arrow" w="lg" len="lg"/>
            <a:tailEnd type="arrow" w="lg" len="lg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746F555-0CC6-468E-A29F-891B10634D96}"/>
              </a:ext>
            </a:extLst>
          </p:cNvPr>
          <p:cNvCxnSpPr>
            <a:cxnSpLocks/>
          </p:cNvCxnSpPr>
          <p:nvPr/>
        </p:nvCxnSpPr>
        <p:spPr bwMode="auto">
          <a:xfrm>
            <a:off x="4499992" y="4862698"/>
            <a:ext cx="1676951" cy="1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arrow" w="lg" len="lg"/>
            <a:tailEnd type="arrow" w="lg" len="lg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3CD762F-4D2D-44F7-B919-E4C28291BBC4}"/>
              </a:ext>
            </a:extLst>
          </p:cNvPr>
          <p:cNvSpPr/>
          <p:nvPr/>
        </p:nvSpPr>
        <p:spPr bwMode="auto">
          <a:xfrm>
            <a:off x="6176943" y="4585219"/>
            <a:ext cx="2159901" cy="511471"/>
          </a:xfrm>
          <a:prstGeom prst="rect">
            <a:avLst/>
          </a:prstGeom>
          <a:solidFill>
            <a:srgbClr val="CF003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-48" charset="-128"/>
              </a:rPr>
              <a:t>Skype server</a:t>
            </a:r>
            <a:endParaRPr kumimoji="0" lang="nl-NL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pitchFamily="-48" charset="-128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04399156-0EBF-4BB3-9C42-ADB92458FB4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00FF"/>
              </a:clrFrom>
              <a:clrTo>
                <a:srgbClr val="FF00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0397" y="4485290"/>
            <a:ext cx="781050" cy="790575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44665532-BB01-48C0-96D5-C03CEB9FEC7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93566" y="5236727"/>
            <a:ext cx="452437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42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/>
      <p:bldP spid="7" grpId="0" animBg="1"/>
      <p:bldP spid="8" grpId="0"/>
      <p:bldP spid="11" grpId="0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91D784-100C-49B0-9BED-E5B3BD4C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TCP versus UDP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238EE91-59C6-4146-8881-0A0AA7A38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nl-NL" dirty="0"/>
              <a:t>TCP (</a:t>
            </a:r>
            <a:r>
              <a:rPr lang="nl-NL" dirty="0">
                <a:hlinkClick r:id="rId2"/>
              </a:rPr>
              <a:t>Transmission Control Protocol</a:t>
            </a:r>
            <a:r>
              <a:rPr lang="nl-NL" dirty="0"/>
              <a:t>)</a:t>
            </a:r>
          </a:p>
          <a:p>
            <a:pPr marL="457200" indent="-457200">
              <a:buFontTx/>
              <a:buChar char="-"/>
            </a:pPr>
            <a:r>
              <a:rPr lang="nl-NL" dirty="0"/>
              <a:t>UDP (</a:t>
            </a:r>
            <a:r>
              <a:rPr lang="nl-NL" dirty="0">
                <a:hlinkClick r:id="rId3"/>
              </a:rPr>
              <a:t>User Datagram Protocol</a:t>
            </a:r>
            <a:r>
              <a:rPr lang="nl-NL" dirty="0"/>
              <a:t>)</a:t>
            </a:r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EAD5C93-FB75-4E95-AB72-4E38B2454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20</a:t>
            </a:fld>
            <a:endParaRPr lang="nl-NL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EA6EEB32-4011-4C40-B316-2B33164C8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165996"/>
              </p:ext>
            </p:extLst>
          </p:nvPr>
        </p:nvGraphicFramePr>
        <p:xfrm>
          <a:off x="1331640" y="2353444"/>
          <a:ext cx="6096000" cy="187221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36259823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36467022"/>
                    </a:ext>
                  </a:extLst>
                </a:gridCol>
              </a:tblGrid>
              <a:tr h="374442">
                <a:tc>
                  <a:txBody>
                    <a:bodyPr/>
                    <a:lstStyle/>
                    <a:p>
                      <a:r>
                        <a:rPr lang="nl-NL" dirty="0"/>
                        <a:t>UDP</a:t>
                      </a:r>
                    </a:p>
                  </a:txBody>
                  <a:tcPr>
                    <a:solidFill>
                      <a:srgbClr val="CF0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TCP</a:t>
                      </a:r>
                    </a:p>
                  </a:txBody>
                  <a:tcPr>
                    <a:solidFill>
                      <a:srgbClr val="CF0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142748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r>
                        <a:rPr lang="nl-NL" dirty="0" err="1"/>
                        <a:t>Verbindingloos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Verbinding georiënteerd.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053111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r>
                        <a:rPr lang="nl-NL" dirty="0"/>
                        <a:t>Snel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Minder snel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08950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r>
                        <a:rPr lang="nl-NL" dirty="0"/>
                        <a:t>Onbetrouwbaar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Betrouwbaar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969210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r>
                        <a:rPr lang="nl-NL" dirty="0"/>
                        <a:t>Uni-, </a:t>
                      </a:r>
                      <a:r>
                        <a:rPr lang="nl-NL" dirty="0" err="1"/>
                        <a:t>multi</a:t>
                      </a:r>
                      <a:r>
                        <a:rPr lang="nl-NL" dirty="0"/>
                        <a:t>- en broadcast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Unicast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773289"/>
                  </a:ext>
                </a:extLst>
              </a:tr>
            </a:tbl>
          </a:graphicData>
        </a:graphic>
      </p:graphicFrame>
      <p:pic>
        <p:nvPicPr>
          <p:cNvPr id="6" name="Afbeelding 5">
            <a:extLst>
              <a:ext uri="{FF2B5EF4-FFF2-40B4-BE49-F238E27FC236}">
                <a16:creationId xmlns:a16="http://schemas.microsoft.com/office/drawing/2014/main" id="{1A1CD392-5649-4B5B-9E41-49EE4FC57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925" y="4369668"/>
            <a:ext cx="1238250" cy="85725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DC7BD696-4FEB-4E1E-B7C9-B275C7B7D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7518" y="4297660"/>
            <a:ext cx="1200150" cy="904875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BA7DF509-45BA-4822-9670-BF5C80C48722}"/>
              </a:ext>
            </a:extLst>
          </p:cNvPr>
          <p:cNvSpPr txBox="1"/>
          <p:nvPr/>
        </p:nvSpPr>
        <p:spPr>
          <a:xfrm>
            <a:off x="2041496" y="5161756"/>
            <a:ext cx="1236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B.v. VoIP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8FFD2976-AD69-4A29-99CD-EC24528C92D3}"/>
              </a:ext>
            </a:extLst>
          </p:cNvPr>
          <p:cNvSpPr txBox="1"/>
          <p:nvPr/>
        </p:nvSpPr>
        <p:spPr>
          <a:xfrm>
            <a:off x="5252003" y="5161756"/>
            <a:ext cx="14591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B.v. e-mail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81559DAB-799C-4E19-8720-5E808732191F}"/>
              </a:ext>
            </a:extLst>
          </p:cNvPr>
          <p:cNvSpPr txBox="1"/>
          <p:nvPr/>
        </p:nvSpPr>
        <p:spPr>
          <a:xfrm>
            <a:off x="4202535" y="5449788"/>
            <a:ext cx="4257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rPr>
              <a:t>Bron: https://www.quora.com/How-would-you-compare-TCP-and-UDP</a:t>
            </a:r>
          </a:p>
        </p:txBody>
      </p:sp>
    </p:spTree>
    <p:extLst>
      <p:ext uri="{BB962C8B-B14F-4D97-AF65-F5344CB8AC3E}">
        <p14:creationId xmlns:p14="http://schemas.microsoft.com/office/powerpoint/2010/main" val="388045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6B2D-E774-442C-9587-88E0B3563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</a:t>
            </a:r>
            <a:r>
              <a:rPr lang="en-US" dirty="0"/>
              <a:t> browser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B8D1E9-85EF-4EEF-9F27-A2FD42858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21</a:t>
            </a:fld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FBAF1-F261-4CCA-B5BD-3BFCBEC7B8B7}"/>
              </a:ext>
            </a:extLst>
          </p:cNvPr>
          <p:cNvSpPr txBox="1"/>
          <p:nvPr/>
        </p:nvSpPr>
        <p:spPr>
          <a:xfrm>
            <a:off x="395536" y="1129308"/>
            <a:ext cx="1584176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Calibri" panose="020F0502020204030204" pitchFamily="34" charset="0"/>
              </a:rPr>
              <a:t>Application</a:t>
            </a:r>
          </a:p>
          <a:p>
            <a:r>
              <a:rPr lang="nl-NL" sz="2000" b="0" dirty="0">
                <a:latin typeface="Calibri" panose="020F0502020204030204" pitchFamily="34" charset="0"/>
              </a:rPr>
              <a:t>Presentation</a:t>
            </a:r>
          </a:p>
          <a:p>
            <a:r>
              <a:rPr lang="nl-NL" sz="2000" b="0" dirty="0" err="1">
                <a:latin typeface="Calibri" panose="020F0502020204030204" pitchFamily="34" charset="0"/>
              </a:rPr>
              <a:t>Session</a:t>
            </a:r>
            <a:endParaRPr lang="nl-NL" sz="2000" b="0" dirty="0">
              <a:latin typeface="Calibri" panose="020F0502020204030204" pitchFamily="34" charset="0"/>
            </a:endParaRPr>
          </a:p>
          <a:p>
            <a:r>
              <a:rPr lang="nl-NL" sz="2000" b="0" dirty="0">
                <a:latin typeface="Calibri" panose="020F0502020204030204" pitchFamily="34" charset="0"/>
              </a:rPr>
              <a:t>Transport</a:t>
            </a:r>
          </a:p>
          <a:p>
            <a:r>
              <a:rPr lang="nl-NL" sz="2000" b="0" dirty="0">
                <a:solidFill>
                  <a:srgbClr val="C00000"/>
                </a:solidFill>
                <a:latin typeface="Calibri" panose="020F0502020204030204" pitchFamily="34" charset="0"/>
              </a:rPr>
              <a:t>Network</a:t>
            </a:r>
            <a:r>
              <a:rPr lang="nl-NL" sz="2000" b="0" dirty="0">
                <a:latin typeface="Calibri" panose="020F0502020204030204" pitchFamily="34" charset="0"/>
              </a:rPr>
              <a:t> </a:t>
            </a:r>
          </a:p>
          <a:p>
            <a:r>
              <a:rPr lang="nl-NL" sz="2000" b="0" dirty="0">
                <a:latin typeface="Calibri" panose="020F0502020204030204" pitchFamily="34" charset="0"/>
              </a:rPr>
              <a:t>Data link</a:t>
            </a:r>
          </a:p>
          <a:p>
            <a:r>
              <a:rPr lang="nl-NL" sz="2000" b="0" dirty="0" err="1">
                <a:latin typeface="Calibri" panose="020F0502020204030204" pitchFamily="34" charset="0"/>
              </a:rPr>
              <a:t>Physical</a:t>
            </a:r>
            <a:endParaRPr lang="nl-NL" sz="2000" b="0" dirty="0"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DF779-5981-4F3E-B643-07C2A79B1549}"/>
              </a:ext>
            </a:extLst>
          </p:cNvPr>
          <p:cNvSpPr txBox="1"/>
          <p:nvPr/>
        </p:nvSpPr>
        <p:spPr>
          <a:xfrm>
            <a:off x="2267744" y="1053232"/>
            <a:ext cx="63030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0" dirty="0">
                <a:latin typeface="Calibri" panose="020F0502020204030204" pitchFamily="34" charset="0"/>
              </a:rPr>
              <a:t>Verbinden door netwerken:</a:t>
            </a:r>
          </a:p>
          <a:p>
            <a:pPr marL="342900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Vinden van het juiste apparaat (routing) </a:t>
            </a:r>
          </a:p>
          <a:p>
            <a:pPr marL="342900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IP Adressen (IPv4, IPv6)</a:t>
            </a:r>
          </a:p>
          <a:p>
            <a:pPr marL="342900" indent="-342900">
              <a:buFontTx/>
              <a:buChar char="-"/>
            </a:pPr>
            <a:endParaRPr lang="nl-NL" b="0" dirty="0">
              <a:latin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endParaRPr lang="nl-NL" b="0" dirty="0">
              <a:latin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endParaRPr lang="nl-NL" b="0" dirty="0">
              <a:latin typeface="Calibri" panose="020F0502020204030204" pitchFamily="34" charset="0"/>
            </a:endParaRPr>
          </a:p>
        </p:txBody>
      </p:sp>
      <p:grpSp>
        <p:nvGrpSpPr>
          <p:cNvPr id="7" name="Groep 6"/>
          <p:cNvGrpSpPr/>
          <p:nvPr/>
        </p:nvGrpSpPr>
        <p:grpSpPr>
          <a:xfrm>
            <a:off x="411813" y="4153644"/>
            <a:ext cx="8529221" cy="1390513"/>
            <a:chOff x="411813" y="3798990"/>
            <a:chExt cx="8529221" cy="139051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15471F-8212-4475-93DB-7A636CC58E0F}"/>
                </a:ext>
              </a:extLst>
            </p:cNvPr>
            <p:cNvSpPr/>
            <p:nvPr/>
          </p:nvSpPr>
          <p:spPr bwMode="auto">
            <a:xfrm>
              <a:off x="411813" y="3829666"/>
              <a:ext cx="2520277" cy="1319060"/>
            </a:xfrm>
            <a:prstGeom prst="rect">
              <a:avLst/>
            </a:prstGeom>
            <a:solidFill>
              <a:srgbClr val="CF00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bg1"/>
                  </a:solidFill>
                  <a:latin typeface="Arial" charset="0"/>
                  <a:ea typeface="ＭＳ Ｐゴシック" pitchFamily="-48" charset="-128"/>
                </a:rPr>
                <a:t>Computer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-48" charset="-128"/>
              </a:endParaRPr>
            </a:p>
            <a:p>
              <a:pPr algn="ctr"/>
              <a:r>
                <a:rPr lang="en-US" sz="1800" dirty="0">
                  <a:solidFill>
                    <a:schemeClr val="bg1"/>
                  </a:solidFill>
                  <a:latin typeface="Arial" charset="0"/>
                  <a:ea typeface="ＭＳ Ｐゴシック" pitchFamily="-48" charset="-128"/>
                </a:rPr>
                <a:t>IP: </a:t>
              </a:r>
              <a:r>
                <a:rPr lang="nl-NL" sz="1800" dirty="0">
                  <a:solidFill>
                    <a:schemeClr val="bg1"/>
                  </a:solidFill>
                </a:rPr>
                <a:t>92.108.70.166</a:t>
              </a:r>
              <a:endParaRPr kumimoji="0" lang="nl-NL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-48" charset="-128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CCB59F1-2092-48D2-856C-448FE2A5079F}"/>
                </a:ext>
              </a:extLst>
            </p:cNvPr>
            <p:cNvSpPr/>
            <p:nvPr/>
          </p:nvSpPr>
          <p:spPr bwMode="auto">
            <a:xfrm>
              <a:off x="7068826" y="3958714"/>
              <a:ext cx="1872208" cy="1218221"/>
            </a:xfrm>
            <a:prstGeom prst="rect">
              <a:avLst/>
            </a:prstGeom>
            <a:solidFill>
              <a:srgbClr val="CF00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bg1"/>
                  </a:solidFill>
                  <a:latin typeface="Arial" charset="0"/>
                  <a:ea typeface="ＭＳ Ｐゴシック" pitchFamily="-48" charset="-128"/>
                </a:rPr>
                <a:t>Apache webserver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ea typeface="ＭＳ Ｐゴシック" pitchFamily="-48" charset="-128"/>
                </a:rPr>
                <a:t>IP:145.24.136.9</a:t>
              </a:r>
              <a:endParaRPr kumimoji="0" lang="nl-NL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-48" charset="-128"/>
              </a:endParaRPr>
            </a:p>
          </p:txBody>
        </p:sp>
        <p:cxnSp>
          <p:nvCxnSpPr>
            <p:cNvPr id="2054" name="Straight Arrow Connector 2053">
              <a:extLst>
                <a:ext uri="{FF2B5EF4-FFF2-40B4-BE49-F238E27FC236}">
                  <a16:creationId xmlns:a16="http://schemas.microsoft.com/office/drawing/2014/main" id="{C9C828A4-6881-4C3D-A756-ED53B75F5B58}"/>
                </a:ext>
              </a:extLst>
            </p:cNvPr>
            <p:cNvCxnSpPr>
              <a:cxnSpLocks/>
              <a:stCxn id="10" idx="3"/>
              <a:endCxn id="5" idx="2"/>
            </p:cNvCxnSpPr>
            <p:nvPr/>
          </p:nvCxnSpPr>
          <p:spPr bwMode="auto">
            <a:xfrm>
              <a:off x="2932090" y="4489196"/>
              <a:ext cx="532926" cy="5051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arrow" w="lg" len="lg"/>
              <a:tailEnd type="arrow" w="lg" len="lg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57" name="Straight Arrow Connector 2056">
              <a:extLst>
                <a:ext uri="{FF2B5EF4-FFF2-40B4-BE49-F238E27FC236}">
                  <a16:creationId xmlns:a16="http://schemas.microsoft.com/office/drawing/2014/main" id="{2A4F0253-0E83-42BD-AE34-33414C42B07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34204" y="4369668"/>
              <a:ext cx="534622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arrow" w="lg" len="lg"/>
              <a:tailEnd type="arrow" w="lg" len="lg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" name="Wolk 4">
              <a:extLst>
                <a:ext uri="{FF2B5EF4-FFF2-40B4-BE49-F238E27FC236}">
                  <a16:creationId xmlns:a16="http://schemas.microsoft.com/office/drawing/2014/main" id="{C9D1F859-2D10-4195-A563-A88F1F603FEB}"/>
                </a:ext>
              </a:extLst>
            </p:cNvPr>
            <p:cNvSpPr/>
            <p:nvPr/>
          </p:nvSpPr>
          <p:spPr bwMode="auto">
            <a:xfrm>
              <a:off x="3455319" y="3798990"/>
              <a:ext cx="3126159" cy="1390513"/>
            </a:xfrm>
            <a:prstGeom prst="cloud">
              <a:avLst/>
            </a:prstGeom>
            <a:solidFill>
              <a:srgbClr val="CF00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sz="2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ＭＳ Ｐゴシック" pitchFamily="-48" charset="-128"/>
                </a:rPr>
                <a:t>Groot netwerk</a:t>
              </a:r>
            </a:p>
          </p:txBody>
        </p:sp>
      </p:grp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981B8D2C-4DC2-423B-8EB4-934B7D8E3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579" y="3156570"/>
            <a:ext cx="4657725" cy="781050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B5DF9A3C-304C-45B9-89DD-F6800B749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911" y="2209428"/>
            <a:ext cx="416242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7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16832-E120-48B3-A5F0-67CDFBC7A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</a:t>
            </a:r>
            <a:r>
              <a:rPr lang="en-US" dirty="0" err="1"/>
              <a:t>probleem</a:t>
            </a:r>
            <a:endParaRPr lang="nl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3093E-9BDB-4270-9B9C-EE03FF081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nl-NL" sz="2800" dirty="0"/>
              <a:t>Hoeveel adressen beschikbaar met </a:t>
            </a:r>
            <a:r>
              <a:rPr lang="nl-NL" sz="2800" dirty="0">
                <a:hlinkClick r:id="rId2"/>
              </a:rPr>
              <a:t>IPv4</a:t>
            </a:r>
            <a:r>
              <a:rPr lang="nl-NL" sz="2800" dirty="0"/>
              <a:t>?</a:t>
            </a:r>
          </a:p>
          <a:p>
            <a:pPr marL="457200" indent="-457200">
              <a:buFontTx/>
              <a:buChar char="-"/>
            </a:pPr>
            <a:r>
              <a:rPr lang="nl-NL" sz="2800" dirty="0"/>
              <a:t>Hoeveel netwerkapparaten?</a:t>
            </a:r>
          </a:p>
          <a:p>
            <a:pPr marL="457200" indent="-457200">
              <a:buFontTx/>
              <a:buChar char="-"/>
            </a:pPr>
            <a:endParaRPr lang="nl-NL" sz="2800" dirty="0">
              <a:hlinkClick r:id="rId3"/>
            </a:endParaRPr>
          </a:p>
          <a:p>
            <a:endParaRPr lang="nl-NL" sz="2800" dirty="0">
              <a:hlinkClick r:id="rId3"/>
            </a:endParaRPr>
          </a:p>
          <a:p>
            <a:pPr marL="457200" indent="-457200">
              <a:buFontTx/>
              <a:buChar char="-"/>
            </a:pPr>
            <a:endParaRPr lang="nl-NL" sz="2800" dirty="0">
              <a:hlinkClick r:id="rId3"/>
            </a:endParaRPr>
          </a:p>
          <a:p>
            <a:pPr marL="457200" indent="-457200">
              <a:buFontTx/>
              <a:buChar char="-"/>
            </a:pPr>
            <a:endParaRPr lang="nl-NL" sz="2800" dirty="0">
              <a:hlinkClick r:id="rId3"/>
            </a:endParaRPr>
          </a:p>
          <a:p>
            <a:pPr marL="457200" indent="-457200">
              <a:buFontTx/>
              <a:buChar char="-"/>
            </a:pPr>
            <a:r>
              <a:rPr lang="nl-NL" sz="2800" dirty="0">
                <a:hlinkClick r:id="rId3"/>
              </a:rPr>
              <a:t>LAN</a:t>
            </a:r>
            <a:r>
              <a:rPr lang="nl-NL" sz="2800" dirty="0"/>
              <a:t>/</a:t>
            </a:r>
            <a:r>
              <a:rPr lang="nl-NL" sz="2800" dirty="0">
                <a:hlinkClick r:id="rId4"/>
              </a:rPr>
              <a:t>WAN</a:t>
            </a:r>
            <a:endParaRPr lang="nl-NL" sz="2800" dirty="0"/>
          </a:p>
          <a:p>
            <a:pPr marL="457200" indent="-457200">
              <a:buFontTx/>
              <a:buChar char="-"/>
            </a:pPr>
            <a:r>
              <a:rPr lang="nl-NL" sz="2800" dirty="0"/>
              <a:t>NAT (</a:t>
            </a:r>
            <a:r>
              <a:rPr lang="nl-NL" sz="2800" dirty="0">
                <a:hlinkClick r:id="rId5"/>
              </a:rPr>
              <a:t>Network </a:t>
            </a:r>
            <a:r>
              <a:rPr lang="nl-NL" sz="2800" dirty="0" err="1">
                <a:hlinkClick r:id="rId5"/>
              </a:rPr>
              <a:t>Address</a:t>
            </a:r>
            <a:r>
              <a:rPr lang="nl-NL" sz="2800" dirty="0">
                <a:hlinkClick r:id="rId5"/>
              </a:rPr>
              <a:t> </a:t>
            </a:r>
            <a:r>
              <a:rPr lang="nl-NL" sz="2800" dirty="0" err="1">
                <a:hlinkClick r:id="rId5"/>
              </a:rPr>
              <a:t>Translation</a:t>
            </a:r>
            <a:r>
              <a:rPr lang="nl-NL" sz="2800" dirty="0"/>
              <a:t>)</a:t>
            </a:r>
          </a:p>
          <a:p>
            <a:pPr marL="457200" indent="-457200">
              <a:buFontTx/>
              <a:buChar char="-"/>
            </a:pPr>
            <a:r>
              <a:rPr lang="nl-NL" sz="2800" dirty="0"/>
              <a:t>DHCP (</a:t>
            </a:r>
            <a:r>
              <a:rPr lang="nl-NL" sz="2800" dirty="0" err="1">
                <a:hlinkClick r:id="rId6"/>
              </a:rPr>
              <a:t>Dynamic</a:t>
            </a:r>
            <a:r>
              <a:rPr lang="nl-NL" sz="2800" dirty="0">
                <a:hlinkClick r:id="rId6"/>
              </a:rPr>
              <a:t> Host </a:t>
            </a:r>
            <a:r>
              <a:rPr lang="nl-NL" sz="2800" dirty="0" err="1">
                <a:hlinkClick r:id="rId6"/>
              </a:rPr>
              <a:t>Configuration</a:t>
            </a:r>
            <a:r>
              <a:rPr lang="nl-NL" sz="2800" dirty="0">
                <a:hlinkClick r:id="rId6"/>
              </a:rPr>
              <a:t> Protocol</a:t>
            </a:r>
            <a:r>
              <a:rPr lang="nl-NL" sz="2800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F57452-B51C-486E-80CE-E9FE0014F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22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9399B5-59CE-424D-B106-72280EE592AD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4185157" y="1705372"/>
            <a:ext cx="4707323" cy="2687852"/>
          </a:xfrm>
          <a:prstGeom prst="rect">
            <a:avLst/>
          </a:prstGeom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C5469B-4C7E-4357-BFB6-66E72A1EB8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070" y="2065412"/>
            <a:ext cx="2160240" cy="5804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FCF9F15-377F-4BF1-AA55-4CA54702E7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070" y="2857500"/>
            <a:ext cx="3536146" cy="109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199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16832-E120-48B3-A5F0-67CDFBC7A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LAN/WAN</a:t>
            </a:r>
            <a:endParaRPr lang="nl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3093E-9BDB-4270-9B9C-EE03FF081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4153644"/>
            <a:ext cx="8352928" cy="1512168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nl-NL" sz="2800" dirty="0"/>
              <a:t>Niet-routeerbare IP-adressen (Tabel 15.1)</a:t>
            </a:r>
          </a:p>
          <a:p>
            <a:pPr marL="457200" indent="-457200">
              <a:buFontTx/>
              <a:buChar char="-"/>
            </a:pPr>
            <a:r>
              <a:rPr lang="nl-NL" sz="2800" dirty="0" err="1">
                <a:hlinkClick r:id="rId2"/>
              </a:rPr>
              <a:t>Netmask</a:t>
            </a:r>
            <a:r>
              <a:rPr lang="nl-NL" sz="2800" dirty="0"/>
              <a:t> 255.255.255.0 (192.168.1.0/24)</a:t>
            </a:r>
          </a:p>
          <a:p>
            <a:pPr marL="457200" indent="-457200">
              <a:buFontTx/>
              <a:buChar char="-"/>
            </a:pPr>
            <a:r>
              <a:rPr lang="nl-NL" sz="2800" dirty="0"/>
              <a:t>Port-</a:t>
            </a:r>
            <a:r>
              <a:rPr lang="nl-NL" sz="2800" dirty="0" err="1"/>
              <a:t>forwarding</a:t>
            </a:r>
            <a:endParaRPr lang="nl-NL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F57452-B51C-486E-80CE-E9FE0014F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23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9399B5-59CE-424D-B106-72280EE592A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218338" y="1201316"/>
            <a:ext cx="4707323" cy="268785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4369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2CF0BCA-9D13-44F3-8E99-4EB1EF8B5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436" y="2605415"/>
            <a:ext cx="5313462" cy="147622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A16B2D-E774-442C-9587-88E0B3563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</a:t>
            </a:r>
            <a:r>
              <a:rPr lang="en-US" dirty="0"/>
              <a:t> browser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B8D1E9-85EF-4EEF-9F27-A2FD42858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24</a:t>
            </a:fld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FBAF1-F261-4CCA-B5BD-3BFCBEC7B8B7}"/>
              </a:ext>
            </a:extLst>
          </p:cNvPr>
          <p:cNvSpPr txBox="1"/>
          <p:nvPr/>
        </p:nvSpPr>
        <p:spPr>
          <a:xfrm>
            <a:off x="395536" y="1129308"/>
            <a:ext cx="1584176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Calibri" panose="020F0502020204030204" pitchFamily="34" charset="0"/>
              </a:rPr>
              <a:t>Application</a:t>
            </a:r>
          </a:p>
          <a:p>
            <a:r>
              <a:rPr lang="nl-NL" sz="2000" b="0" dirty="0">
                <a:latin typeface="Calibri" panose="020F0502020204030204" pitchFamily="34" charset="0"/>
              </a:rPr>
              <a:t>Presentation</a:t>
            </a:r>
          </a:p>
          <a:p>
            <a:r>
              <a:rPr lang="nl-NL" sz="2000" b="0" dirty="0" err="1">
                <a:latin typeface="Calibri" panose="020F0502020204030204" pitchFamily="34" charset="0"/>
              </a:rPr>
              <a:t>Session</a:t>
            </a:r>
            <a:endParaRPr lang="nl-NL" sz="2000" b="0" dirty="0">
              <a:latin typeface="Calibri" panose="020F0502020204030204" pitchFamily="34" charset="0"/>
            </a:endParaRPr>
          </a:p>
          <a:p>
            <a:r>
              <a:rPr lang="nl-NL" sz="2000" b="0" dirty="0">
                <a:latin typeface="Calibri" panose="020F0502020204030204" pitchFamily="34" charset="0"/>
              </a:rPr>
              <a:t>Transport</a:t>
            </a:r>
          </a:p>
          <a:p>
            <a:r>
              <a:rPr lang="nl-NL" sz="2000" b="0" dirty="0">
                <a:latin typeface="Calibri" panose="020F0502020204030204" pitchFamily="34" charset="0"/>
              </a:rPr>
              <a:t>Network </a:t>
            </a:r>
          </a:p>
          <a:p>
            <a:r>
              <a:rPr lang="nl-NL" sz="2000" b="0" dirty="0">
                <a:solidFill>
                  <a:srgbClr val="C00000"/>
                </a:solidFill>
                <a:latin typeface="Calibri" panose="020F0502020204030204" pitchFamily="34" charset="0"/>
              </a:rPr>
              <a:t>Data link</a:t>
            </a:r>
          </a:p>
          <a:p>
            <a:r>
              <a:rPr lang="nl-NL" sz="2000" b="0" dirty="0" err="1">
                <a:latin typeface="Calibri" panose="020F0502020204030204" pitchFamily="34" charset="0"/>
              </a:rPr>
              <a:t>Physical</a:t>
            </a:r>
            <a:endParaRPr lang="nl-NL" sz="2000" b="0" dirty="0"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DF779-5981-4F3E-B643-07C2A79B1549}"/>
              </a:ext>
            </a:extLst>
          </p:cNvPr>
          <p:cNvSpPr txBox="1"/>
          <p:nvPr/>
        </p:nvSpPr>
        <p:spPr>
          <a:xfrm>
            <a:off x="2447852" y="985292"/>
            <a:ext cx="63030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0" dirty="0">
                <a:latin typeface="Calibri" panose="020F0502020204030204" pitchFamily="34" charset="0"/>
              </a:rPr>
              <a:t>Verbinding lokaal</a:t>
            </a:r>
          </a:p>
          <a:p>
            <a:pPr marL="342900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Vinden van het juiste netwerkapparaat </a:t>
            </a:r>
          </a:p>
          <a:p>
            <a:pPr marL="342900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MAC-adressen (</a:t>
            </a:r>
            <a:r>
              <a:rPr lang="nl-NL" b="0" dirty="0">
                <a:latin typeface="Calibri" panose="020F0502020204030204" pitchFamily="34" charset="0"/>
                <a:hlinkClick r:id="rId3"/>
              </a:rPr>
              <a:t>Media Access Control</a:t>
            </a:r>
            <a:r>
              <a:rPr lang="nl-NL" b="0" dirty="0">
                <a:latin typeface="Calibri" panose="020F0502020204030204" pitchFamily="34" charset="0"/>
              </a:rPr>
              <a:t>), CRC (</a:t>
            </a:r>
            <a:r>
              <a:rPr lang="nl-NL" b="0" dirty="0">
                <a:latin typeface="Calibri" panose="020F0502020204030204" pitchFamily="34" charset="0"/>
                <a:hlinkClick r:id="rId4"/>
              </a:rPr>
              <a:t>Cyclic </a:t>
            </a:r>
            <a:r>
              <a:rPr lang="nl-NL" b="0" dirty="0" err="1">
                <a:latin typeface="Calibri" panose="020F0502020204030204" pitchFamily="34" charset="0"/>
                <a:hlinkClick r:id="rId4"/>
              </a:rPr>
              <a:t>redundancy</a:t>
            </a:r>
            <a:r>
              <a:rPr lang="nl-NL" b="0" dirty="0">
                <a:latin typeface="Calibri" panose="020F0502020204030204" pitchFamily="34" charset="0"/>
                <a:hlinkClick r:id="rId4"/>
              </a:rPr>
              <a:t> check</a:t>
            </a:r>
            <a:r>
              <a:rPr lang="nl-NL" b="0" dirty="0"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15471F-8212-4475-93DB-7A636CC58E0F}"/>
              </a:ext>
            </a:extLst>
          </p:cNvPr>
          <p:cNvSpPr/>
          <p:nvPr/>
        </p:nvSpPr>
        <p:spPr bwMode="auto">
          <a:xfrm>
            <a:off x="411813" y="3829665"/>
            <a:ext cx="2520277" cy="1678563"/>
          </a:xfrm>
          <a:prstGeom prst="rect">
            <a:avLst/>
          </a:prstGeom>
          <a:solidFill>
            <a:srgbClr val="CF003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  <a:latin typeface="Arial" charset="0"/>
                <a:ea typeface="ＭＳ Ｐゴシック" pitchFamily="-48" charset="-128"/>
              </a:rPr>
              <a:t>Computer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pitchFamily="-48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  <a:latin typeface="Arial" charset="0"/>
                <a:ea typeface="ＭＳ Ｐゴシック" pitchFamily="-48" charset="-128"/>
              </a:rPr>
              <a:t>Netwerkaart1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-48" charset="-128"/>
              </a:rPr>
              <a:t>Netwerkkaart2</a:t>
            </a:r>
            <a:endParaRPr kumimoji="0" lang="nl-NL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pitchFamily="-48" charset="-128"/>
            </a:endParaRPr>
          </a:p>
        </p:txBody>
      </p:sp>
      <p:cxnSp>
        <p:nvCxnSpPr>
          <p:cNvPr id="2054" name="Straight Arrow Connector 2053">
            <a:extLst>
              <a:ext uri="{FF2B5EF4-FFF2-40B4-BE49-F238E27FC236}">
                <a16:creationId xmlns:a16="http://schemas.microsoft.com/office/drawing/2014/main" id="{C9C828A4-6881-4C3D-A756-ED53B75F5B58}"/>
              </a:ext>
            </a:extLst>
          </p:cNvPr>
          <p:cNvCxnSpPr>
            <a:cxnSpLocks/>
          </p:cNvCxnSpPr>
          <p:nvPr/>
        </p:nvCxnSpPr>
        <p:spPr bwMode="auto">
          <a:xfrm>
            <a:off x="2932090" y="4801716"/>
            <a:ext cx="3279822" cy="16325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arrow" w="lg" len="lg"/>
            <a:tailEnd type="arrow" w="lg" len="lg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E0CAC47-B082-4BD6-A0EC-8046B4C7B1C6}"/>
              </a:ext>
            </a:extLst>
          </p:cNvPr>
          <p:cNvSpPr/>
          <p:nvPr/>
        </p:nvSpPr>
        <p:spPr bwMode="auto">
          <a:xfrm>
            <a:off x="6211912" y="4294364"/>
            <a:ext cx="1982234" cy="1203646"/>
          </a:xfrm>
          <a:prstGeom prst="rect">
            <a:avLst/>
          </a:prstGeom>
          <a:solidFill>
            <a:srgbClr val="CF003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  <a:latin typeface="Arial" charset="0"/>
                <a:ea typeface="ＭＳ Ｐゴシック" pitchFamily="-48" charset="-128"/>
              </a:rPr>
              <a:t>Router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pitchFamily="-48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bg1"/>
                </a:solidFill>
                <a:latin typeface="Arial" charset="0"/>
                <a:ea typeface="ＭＳ Ｐゴシック" pitchFamily="-48" charset="-128"/>
              </a:rPr>
              <a:t>Switch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7B5F42-B98E-4D0D-9F02-5B2AF3D3240D}"/>
              </a:ext>
            </a:extLst>
          </p:cNvPr>
          <p:cNvCxnSpPr>
            <a:cxnSpLocks/>
          </p:cNvCxnSpPr>
          <p:nvPr/>
        </p:nvCxnSpPr>
        <p:spPr bwMode="auto">
          <a:xfrm>
            <a:off x="2932090" y="5114260"/>
            <a:ext cx="3279822" cy="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arrow" w="lg" len="lg"/>
            <a:tailEnd type="arrow" w="lg" len="lg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7">
            <a:extLst>
              <a:ext uri="{FF2B5EF4-FFF2-40B4-BE49-F238E27FC236}">
                <a16:creationId xmlns:a16="http://schemas.microsoft.com/office/drawing/2014/main" id="{0E228F5F-BCE1-44AE-B65D-36819DF7B947}"/>
              </a:ext>
            </a:extLst>
          </p:cNvPr>
          <p:cNvSpPr txBox="1"/>
          <p:nvPr/>
        </p:nvSpPr>
        <p:spPr>
          <a:xfrm>
            <a:off x="3995936" y="4340051"/>
            <a:ext cx="1279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err="1">
                <a:solidFill>
                  <a:srgbClr val="C00000"/>
                </a:solidFill>
                <a:latin typeface="Calibri" panose="020F0502020204030204" pitchFamily="34" charset="0"/>
                <a:hlinkClick r:id="rId5"/>
              </a:rPr>
              <a:t>ethernet</a:t>
            </a:r>
            <a:endParaRPr lang="en-US" b="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99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4" grpId="0" animBg="1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ARP: IP MAC koppeling</a:t>
            </a:r>
            <a:r>
              <a:rPr lang="nl-NL" dirty="0">
                <a:sym typeface="Wingdings" panose="05000000000000000000" pitchFamily="2" charset="2"/>
              </a:rPr>
              <a:t> 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25</a:t>
            </a:fld>
            <a:endParaRPr lang="nl-NL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49399B5-59CE-424D-B106-72280EE592A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03649" y="1045522"/>
            <a:ext cx="3744416" cy="2244026"/>
          </a:xfrm>
          <a:prstGeom prst="rect">
            <a:avLst/>
          </a:prstGeom>
          <a:ln>
            <a:noFill/>
          </a:ln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673093E-9BDB-4270-9B9C-EE03FF081B7D}"/>
              </a:ext>
            </a:extLst>
          </p:cNvPr>
          <p:cNvSpPr txBox="1">
            <a:spLocks/>
          </p:cNvSpPr>
          <p:nvPr/>
        </p:nvSpPr>
        <p:spPr bwMode="auto">
          <a:xfrm>
            <a:off x="395536" y="3361556"/>
            <a:ext cx="8352928" cy="576064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00000"/>
              <a:buFont typeface="Open Sans" panose="020B0606030504020204" pitchFamily="34" charset="0"/>
              <a:buNone/>
              <a:defRPr sz="320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-45720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525462" indent="-34290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701675" indent="-34290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788440" indent="-190484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 typeface="Lucida Grande" pitchFamily="126" charset="0"/>
              <a:buChar char="▸"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169410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55037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2931349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312318" indent="-190484" algn="l" rtl="0" fontAlgn="base">
              <a:spcBef>
                <a:spcPct val="20000"/>
              </a:spcBef>
              <a:spcAft>
                <a:spcPct val="0"/>
              </a:spcAft>
              <a:buChar char="»"/>
              <a:defRPr sz="1333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pPr marL="457200" lvl="0" indent="-457200">
              <a:buFontTx/>
              <a:buChar char="-"/>
            </a:pPr>
            <a:r>
              <a:rPr lang="nl-NL" sz="2800" b="0" kern="0" dirty="0">
                <a:solidFill>
                  <a:srgbClr val="000000"/>
                </a:solidFill>
              </a:rPr>
              <a:t>ARP (</a:t>
            </a:r>
            <a:r>
              <a:rPr lang="nl-NL" sz="2800" b="0" kern="0" dirty="0" err="1">
                <a:solidFill>
                  <a:srgbClr val="000000"/>
                </a:solidFill>
                <a:hlinkClick r:id="rId3"/>
              </a:rPr>
              <a:t>Address</a:t>
            </a:r>
            <a:r>
              <a:rPr lang="nl-NL" sz="2800" b="0" kern="0" dirty="0">
                <a:solidFill>
                  <a:srgbClr val="000000"/>
                </a:solidFill>
                <a:hlinkClick r:id="rId3"/>
              </a:rPr>
              <a:t> </a:t>
            </a:r>
            <a:r>
              <a:rPr lang="nl-NL" sz="2800" b="0" kern="0" dirty="0" err="1">
                <a:solidFill>
                  <a:srgbClr val="000000"/>
                </a:solidFill>
                <a:hlinkClick r:id="rId3"/>
              </a:rPr>
              <a:t>Resolution</a:t>
            </a:r>
            <a:r>
              <a:rPr lang="nl-NL" sz="2800" b="0" kern="0" dirty="0">
                <a:solidFill>
                  <a:srgbClr val="000000"/>
                </a:solidFill>
                <a:hlinkClick r:id="rId3"/>
              </a:rPr>
              <a:t> Protocol</a:t>
            </a:r>
            <a:r>
              <a:rPr lang="nl-NL" sz="2800" b="0" kern="0" dirty="0">
                <a:solidFill>
                  <a:srgbClr val="000000"/>
                </a:solidFill>
              </a:rPr>
              <a:t>)</a:t>
            </a:r>
            <a:endParaRPr kumimoji="0" lang="nl-NL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5AD721DF-8BF7-423F-B7D4-F3DBE49BCD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940" y="1022023"/>
            <a:ext cx="2466975" cy="1400175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E85DD165-EC0B-4F22-9E33-D96A8EB054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40" y="4023588"/>
            <a:ext cx="51816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870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6B2D-E774-442C-9587-88E0B3563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</a:t>
            </a:r>
            <a:r>
              <a:rPr lang="en-US" dirty="0"/>
              <a:t> browser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B8D1E9-85EF-4EEF-9F27-A2FD42858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26</a:t>
            </a:fld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FBAF1-F261-4CCA-B5BD-3BFCBEC7B8B7}"/>
              </a:ext>
            </a:extLst>
          </p:cNvPr>
          <p:cNvSpPr txBox="1"/>
          <p:nvPr/>
        </p:nvSpPr>
        <p:spPr>
          <a:xfrm>
            <a:off x="395536" y="1129308"/>
            <a:ext cx="1584176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Calibri" panose="020F0502020204030204" pitchFamily="34" charset="0"/>
              </a:rPr>
              <a:t>Application</a:t>
            </a:r>
          </a:p>
          <a:p>
            <a:r>
              <a:rPr lang="nl-NL" sz="2000" b="0" dirty="0">
                <a:latin typeface="Calibri" panose="020F0502020204030204" pitchFamily="34" charset="0"/>
              </a:rPr>
              <a:t>Presentation</a:t>
            </a:r>
          </a:p>
          <a:p>
            <a:r>
              <a:rPr lang="nl-NL" sz="2000" b="0" dirty="0" err="1">
                <a:latin typeface="Calibri" panose="020F0502020204030204" pitchFamily="34" charset="0"/>
              </a:rPr>
              <a:t>Session</a:t>
            </a:r>
            <a:endParaRPr lang="nl-NL" sz="2000" b="0" dirty="0">
              <a:latin typeface="Calibri" panose="020F0502020204030204" pitchFamily="34" charset="0"/>
            </a:endParaRPr>
          </a:p>
          <a:p>
            <a:r>
              <a:rPr lang="nl-NL" sz="2000" b="0" dirty="0">
                <a:latin typeface="Calibri" panose="020F0502020204030204" pitchFamily="34" charset="0"/>
              </a:rPr>
              <a:t>Transport</a:t>
            </a:r>
          </a:p>
          <a:p>
            <a:r>
              <a:rPr lang="nl-NL" sz="2000" b="0" dirty="0">
                <a:latin typeface="Calibri" panose="020F0502020204030204" pitchFamily="34" charset="0"/>
              </a:rPr>
              <a:t>Network </a:t>
            </a:r>
          </a:p>
          <a:p>
            <a:r>
              <a:rPr lang="nl-NL" sz="2000" b="0" dirty="0">
                <a:latin typeface="Calibri" panose="020F0502020204030204" pitchFamily="34" charset="0"/>
              </a:rPr>
              <a:t>Data link</a:t>
            </a:r>
          </a:p>
          <a:p>
            <a:r>
              <a:rPr lang="nl-NL" sz="2000" b="0" dirty="0" err="1">
                <a:solidFill>
                  <a:srgbClr val="C00000"/>
                </a:solidFill>
                <a:latin typeface="Calibri" panose="020F0502020204030204" pitchFamily="34" charset="0"/>
              </a:rPr>
              <a:t>Physical</a:t>
            </a:r>
            <a:endParaRPr lang="nl-NL" sz="2000" b="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DF779-5981-4F3E-B643-07C2A79B1549}"/>
              </a:ext>
            </a:extLst>
          </p:cNvPr>
          <p:cNvSpPr txBox="1"/>
          <p:nvPr/>
        </p:nvSpPr>
        <p:spPr>
          <a:xfrm>
            <a:off x="2447852" y="1250672"/>
            <a:ext cx="63030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0" dirty="0">
                <a:solidFill>
                  <a:srgbClr val="CF0033"/>
                </a:solidFill>
                <a:latin typeface="Calibri" panose="020F0502020204030204" pitchFamily="34" charset="0"/>
              </a:rPr>
              <a:t>Fysieke</a:t>
            </a:r>
            <a:r>
              <a:rPr lang="nl-NL" b="0" dirty="0">
                <a:latin typeface="Calibri" panose="020F0502020204030204" pitchFamily="34" charset="0"/>
              </a:rPr>
              <a:t> verbinding (Vorige week!)</a:t>
            </a:r>
          </a:p>
          <a:p>
            <a:pPr marL="342900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Bekabeld (Lijncodering)</a:t>
            </a:r>
          </a:p>
          <a:p>
            <a:pPr marL="342900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Draadloos (modulatietechnieken zoals OFDM)</a:t>
            </a:r>
          </a:p>
          <a:p>
            <a:pPr marL="342900" indent="-342900">
              <a:buFontTx/>
              <a:buChar char="-"/>
            </a:pPr>
            <a:r>
              <a:rPr lang="nl-NL" b="0" dirty="0">
                <a:latin typeface="Calibri" panose="020F0502020204030204" pitchFamily="34" charset="0"/>
              </a:rPr>
              <a:t>Synchronisatie </a:t>
            </a:r>
          </a:p>
          <a:p>
            <a:r>
              <a:rPr lang="nl-NL" b="0" dirty="0">
                <a:latin typeface="Calibri" panose="020F0502020204030204" pitchFamily="34" charset="0"/>
              </a:rPr>
              <a:t>Uiteindelijke data ‘echt’ versturen</a:t>
            </a:r>
          </a:p>
          <a:p>
            <a:pPr marL="342900" indent="-342900">
              <a:buFontTx/>
              <a:buChar char="-"/>
            </a:pPr>
            <a:endParaRPr lang="nl-NL" b="0" dirty="0">
              <a:latin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endParaRPr lang="nl-NL" b="0" dirty="0">
              <a:latin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endParaRPr lang="nl-NL" b="0" dirty="0">
              <a:latin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3ABB80-B72E-4939-BB86-6960639806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75125" y="3340126"/>
            <a:ext cx="3549323" cy="2037654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AB7575-94B7-4AFF-8FE2-93762B88F40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542662" y="3731137"/>
            <a:ext cx="4115499" cy="12317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79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(top level)</a:t>
            </a:r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27</a:t>
            </a:fld>
            <a:endParaRPr lang="nl-NL"/>
          </a:p>
        </p:txBody>
      </p:sp>
      <p:pic>
        <p:nvPicPr>
          <p:cNvPr id="5" name="Afbeelding 4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288" y="2634301"/>
            <a:ext cx="8353425" cy="1309998"/>
          </a:xfrm>
          <a:prstGeom prst="rect">
            <a:avLst/>
          </a:prstGeom>
          <a:ln>
            <a:noFill/>
          </a:ln>
        </p:spPr>
      </p:pic>
      <p:sp>
        <p:nvSpPr>
          <p:cNvPr id="4" name="Tekstvak 3"/>
          <p:cNvSpPr txBox="1"/>
          <p:nvPr/>
        </p:nvSpPr>
        <p:spPr>
          <a:xfrm>
            <a:off x="1175878" y="4652595"/>
            <a:ext cx="6792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  <a:hlinkClick r:id="rId3"/>
              </a:rPr>
              <a:t>https://nl.wikipedia.org/wiki/Domain_Name_System</a:t>
            </a:r>
            <a:endParaRPr lang="nl-NL" b="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1C839A-CE00-4A81-8A1D-72363ECC41E5}"/>
              </a:ext>
            </a:extLst>
          </p:cNvPr>
          <p:cNvSpPr txBox="1"/>
          <p:nvPr/>
        </p:nvSpPr>
        <p:spPr>
          <a:xfrm>
            <a:off x="395287" y="985292"/>
            <a:ext cx="63030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0" dirty="0">
                <a:solidFill>
                  <a:srgbClr val="CF0033"/>
                </a:solidFill>
                <a:latin typeface="Calibri" panose="020F0502020204030204" pitchFamily="34" charset="0"/>
              </a:rPr>
              <a:t>Vertaling </a:t>
            </a:r>
            <a:r>
              <a:rPr lang="nl-NL" b="0" dirty="0">
                <a:latin typeface="Calibri" panose="020F0502020204030204" pitchFamily="34" charset="0"/>
              </a:rPr>
              <a:t>van URL naar IP-adres gebeurt via DNS</a:t>
            </a:r>
          </a:p>
          <a:p>
            <a:pPr marL="342900" indent="-342900">
              <a:buFontTx/>
              <a:buChar char="-"/>
            </a:pPr>
            <a:endParaRPr lang="nl-NL" b="0" dirty="0">
              <a:latin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endParaRPr lang="nl-NL" b="0" dirty="0">
              <a:latin typeface="Calibri" panose="020F0502020204030204" pitchFamily="34" charset="0"/>
            </a:endParaRPr>
          </a:p>
          <a:p>
            <a:pPr marL="342900" indent="-342900">
              <a:buFontTx/>
              <a:buChar char="-"/>
            </a:pPr>
            <a:endParaRPr lang="nl-NL" b="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93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</a:t>
            </a:r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28</a:t>
            </a:fld>
            <a:endParaRPr lang="nl-NL"/>
          </a:p>
        </p:txBody>
      </p:sp>
      <p:pic>
        <p:nvPicPr>
          <p:cNvPr id="6" name="Afbeelding 47"/>
          <p:cNvPicPr/>
          <p:nvPr/>
        </p:nvPicPr>
        <p:blipFill>
          <a:blip r:embed="rId2"/>
          <a:stretch>
            <a:fillRect/>
          </a:stretch>
        </p:blipFill>
        <p:spPr>
          <a:xfrm>
            <a:off x="205920" y="1766160"/>
            <a:ext cx="8732160" cy="21826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3125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VPN</a:t>
            </a:r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29</a:t>
            </a:fld>
            <a:endParaRPr lang="nl-NL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93070"/>
            <a:ext cx="7632848" cy="2991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4682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Encryptie</a:t>
            </a:r>
            <a:endParaRPr lang="en-US" dirty="0"/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D60047-1244-4A1F-8780-494A55767BC9}" type="slidenum">
              <a:rPr lang="nl-NL" smtClean="0"/>
              <a:pPr/>
              <a:t>30</a:t>
            </a:fld>
            <a:endParaRPr lang="nl-NL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561356"/>
            <a:ext cx="7056784" cy="3980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7331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Samenvatting</a:t>
            </a:r>
            <a:endParaRPr lang="en-US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idx="1"/>
          </p:nvPr>
        </p:nvSpPr>
        <p:spPr>
          <a:xfrm>
            <a:off x="395536" y="1057300"/>
            <a:ext cx="8352928" cy="4464496"/>
          </a:xfrm>
        </p:spPr>
        <p:txBody>
          <a:bodyPr/>
          <a:lstStyle/>
          <a:p>
            <a:r>
              <a:rPr lang="nl-NL" sz="2400" dirty="0">
                <a:cs typeface="Arial" panose="020B0604020202020204" pitchFamily="34" charset="0"/>
              </a:rPr>
              <a:t>Vandaag besproken in de 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Hoe de CORE en de EDGE van het internet in elkaar zit;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uit welke abstractielagen een netwerk (en het netwerkverkeer) is opgebouwd;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hoe onderscheid wordt gemaakt tussen LAN en WAN verkeer;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hoe onderscheid wordt gemaakt tussen verschillende servers;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hoe een simpel LAN is opgebouwd.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Hoe DNS werkt;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400" dirty="0"/>
              <a:t>Hoe VPN werkt;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NL" sz="2400" dirty="0"/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D60047-1244-4A1F-8780-494A55767BC9}" type="slidenum">
              <a:rPr kumimoji="0" lang="nl-NL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nl-NL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060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C0D3BE-8CEE-48EB-BF61-95793A0AF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Verdeling</a:t>
            </a:r>
            <a:r>
              <a:rPr lang="en-US" dirty="0"/>
              <a:t> </a:t>
            </a:r>
            <a:r>
              <a:rPr lang="en-US" dirty="0" err="1"/>
              <a:t>opdrachten</a:t>
            </a:r>
            <a:endParaRPr lang="nl-NL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41AAB454-195E-4A38-83DF-9E448C3E8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3658514"/>
              </p:ext>
            </p:extLst>
          </p:nvPr>
        </p:nvGraphicFramePr>
        <p:xfrm>
          <a:off x="5868144" y="1345332"/>
          <a:ext cx="2160297" cy="38821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60297">
                  <a:extLst>
                    <a:ext uri="{9D8B030D-6E8A-4147-A177-3AD203B41FA5}">
                      <a16:colId xmlns:a16="http://schemas.microsoft.com/office/drawing/2014/main" val="1083642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Opdracht</a:t>
                      </a:r>
                      <a:endParaRPr lang="nl-NL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57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31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5.10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664938"/>
                  </a:ext>
                </a:extLst>
              </a:tr>
              <a:tr h="395660">
                <a:tc>
                  <a:txBody>
                    <a:bodyPr/>
                    <a:lstStyle/>
                    <a:p>
                      <a:r>
                        <a:rPr lang="en-US" dirty="0"/>
                        <a:t>5.11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848968"/>
                  </a:ext>
                </a:extLst>
              </a:tr>
              <a:tr h="395660">
                <a:tc>
                  <a:txBody>
                    <a:bodyPr/>
                    <a:lstStyle/>
                    <a:p>
                      <a:r>
                        <a:rPr lang="nl-NL" dirty="0"/>
                        <a:t>5.12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7259"/>
                  </a:ext>
                </a:extLst>
              </a:tr>
              <a:tr h="395660">
                <a:tc>
                  <a:txBody>
                    <a:bodyPr/>
                    <a:lstStyle/>
                    <a:p>
                      <a:r>
                        <a:rPr lang="nl-NL" dirty="0"/>
                        <a:t>5.13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987994"/>
                  </a:ext>
                </a:extLst>
              </a:tr>
              <a:tr h="395660">
                <a:tc>
                  <a:txBody>
                    <a:bodyPr/>
                    <a:lstStyle/>
                    <a:p>
                      <a:r>
                        <a:rPr lang="nl-NL" dirty="0"/>
                        <a:t>5.14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49259"/>
                  </a:ext>
                </a:extLst>
              </a:tr>
              <a:tr h="395660">
                <a:tc>
                  <a:txBody>
                    <a:bodyPr/>
                    <a:lstStyle/>
                    <a:p>
                      <a:r>
                        <a:rPr lang="nl-NL" dirty="0"/>
                        <a:t>5.18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08286"/>
                  </a:ext>
                </a:extLst>
              </a:tr>
              <a:tr h="395660">
                <a:tc>
                  <a:txBody>
                    <a:bodyPr/>
                    <a:lstStyle/>
                    <a:p>
                      <a:r>
                        <a:rPr lang="nl-NL" dirty="0"/>
                        <a:t>5.19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666985"/>
                  </a:ext>
                </a:extLst>
              </a:tr>
              <a:tr h="395660">
                <a:tc>
                  <a:txBody>
                    <a:bodyPr/>
                    <a:lstStyle/>
                    <a:p>
                      <a:r>
                        <a:rPr lang="nl-NL" dirty="0"/>
                        <a:t>5.23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432739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8FF975-8460-4B70-95C9-FB7A68502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D60047-1244-4A1F-8780-494A55767BC9}" type="slidenum">
              <a:rPr kumimoji="0" lang="nl-NL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nl-NL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46654-47AB-4806-A42A-CF107F34BCA3}"/>
              </a:ext>
            </a:extLst>
          </p:cNvPr>
          <p:cNvSpPr txBox="1"/>
          <p:nvPr/>
        </p:nvSpPr>
        <p:spPr>
          <a:xfrm>
            <a:off x="395536" y="1345332"/>
            <a:ext cx="34316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b="0" dirty="0">
                <a:solidFill>
                  <a:srgbClr val="000000"/>
                </a:solidFill>
                <a:latin typeface="Calibri" panose="020F0502020204030204" pitchFamily="34" charset="0"/>
              </a:rPr>
              <a:t>De opgaves in de tabel worden behandeld in de volgende les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3356DD5D-2F78-4658-9F22-BBC9D15CD78C}"/>
              </a:ext>
            </a:extLst>
          </p:cNvPr>
          <p:cNvSpPr txBox="1"/>
          <p:nvPr/>
        </p:nvSpPr>
        <p:spPr>
          <a:xfrm>
            <a:off x="832545" y="4126991"/>
            <a:ext cx="30864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Maak </a:t>
            </a:r>
            <a:r>
              <a:rPr lang="nl-NL" dirty="0">
                <a:solidFill>
                  <a:srgbClr val="C00000"/>
                </a:solidFill>
                <a:latin typeface="Calibri" panose="020F0502020204030204" pitchFamily="34" charset="0"/>
              </a:rPr>
              <a:t>alle</a:t>
            </a:r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 opdrachten! </a:t>
            </a:r>
          </a:p>
          <a:p>
            <a:r>
              <a:rPr lang="nl-NL" b="0" dirty="0">
                <a:solidFill>
                  <a:srgbClr val="C00000"/>
                </a:solidFill>
                <a:latin typeface="Calibri" panose="020F0502020204030204" pitchFamily="34" charset="0"/>
              </a:rPr>
              <a:t>(Niet alleen deze 9.)</a:t>
            </a:r>
          </a:p>
        </p:txBody>
      </p:sp>
    </p:spTree>
    <p:extLst>
      <p:ext uri="{BB962C8B-B14F-4D97-AF65-F5344CB8AC3E}">
        <p14:creationId xmlns:p14="http://schemas.microsoft.com/office/powerpoint/2010/main" val="3055229783"/>
      </p:ext>
    </p:extLst>
  </p:cSld>
  <p:clrMapOvr>
    <a:masterClrMapping/>
  </p:clrMapOvr>
</p:sld>
</file>

<file path=ppt/theme/theme1.xml><?xml version="1.0" encoding="utf-8"?>
<a:theme xmlns:a="http://schemas.openxmlformats.org/drawingml/2006/main" name="hoofdstuk pagina">
  <a:themeElements>
    <a:clrScheme name="HR 1">
      <a:dk1>
        <a:srgbClr val="000066"/>
      </a:dk1>
      <a:lt1>
        <a:srgbClr val="FFFFFF"/>
      </a:lt1>
      <a:dk2>
        <a:srgbClr val="000000"/>
      </a:dk2>
      <a:lt2>
        <a:srgbClr val="808080"/>
      </a:lt2>
      <a:accent1>
        <a:srgbClr val="000066"/>
      </a:accent1>
      <a:accent2>
        <a:srgbClr val="B10538"/>
      </a:accent2>
      <a:accent3>
        <a:srgbClr val="FBCC19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Lege presentati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lnDef>
  </a:objectDefaults>
  <a:extraClrSchemeLst>
    <a:extraClrScheme>
      <a:clrScheme name="1_Lege presentati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3_HR_template_NL.pptx" id="{F7109B89-37BA-4A5F-8748-8029D4C3BADD}" vid="{F69C6172-A376-40A5-9431-FF42499BECDB}"/>
    </a:ext>
  </a:extLst>
</a:theme>
</file>

<file path=ppt/theme/theme2.xml><?xml version="1.0" encoding="utf-8"?>
<a:theme xmlns:a="http://schemas.openxmlformats.org/drawingml/2006/main" name="1_tekst pagina">
  <a:themeElements>
    <a:clrScheme name="Aangepast 3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42C7"/>
      </a:hlink>
      <a:folHlink>
        <a:srgbClr val="0042C7"/>
      </a:folHlink>
    </a:clrScheme>
    <a:fontScheme name="3_Lege presentati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b="0" dirty="0" err="1" smtClean="0">
            <a:solidFill>
              <a:srgbClr val="C00000"/>
            </a:solidFill>
            <a:latin typeface="Calibri" panose="020F0502020204030204" pitchFamily="34" charset="0"/>
          </a:defRPr>
        </a:defPPr>
      </a:lstStyle>
    </a:txDef>
  </a:objectDefaults>
  <a:extraClrSchemeLst>
    <a:extraClrScheme>
      <a:clrScheme name="3_Lege presentati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3_HR_template_NL.pptx" id="{F7109B89-37BA-4A5F-8748-8029D4C3BADD}" vid="{E0B3DCAC-C4DB-4C0B-8706-E78025A1BCAC}"/>
    </a:ext>
  </a:extLst>
</a:theme>
</file>

<file path=ppt/theme/theme3.xml><?xml version="1.0" encoding="utf-8"?>
<a:theme xmlns:a="http://schemas.openxmlformats.org/drawingml/2006/main" name="2_tekst pagina">
  <a:themeElements>
    <a:clrScheme name="Aangepast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42C7"/>
      </a:hlink>
      <a:folHlink>
        <a:srgbClr val="0042C7"/>
      </a:folHlink>
    </a:clrScheme>
    <a:fontScheme name="3_Lege presentati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b="0" dirty="0" err="1" smtClean="0">
            <a:solidFill>
              <a:srgbClr val="C00000"/>
            </a:solidFill>
            <a:latin typeface="Calibri" panose="020F0502020204030204" pitchFamily="34" charset="0"/>
          </a:defRPr>
        </a:defPPr>
      </a:lstStyle>
    </a:txDef>
  </a:objectDefaults>
  <a:extraClrSchemeLst>
    <a:extraClrScheme>
      <a:clrScheme name="3_Lege presentati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3_HR_template_NL.pptx" id="{F7109B89-37BA-4A5F-8748-8029D4C3BADD}" vid="{E0B3DCAC-C4DB-4C0B-8706-E78025A1BCAC}"/>
    </a:ext>
  </a:extLst>
</a:theme>
</file>

<file path=ppt/theme/theme4.xml><?xml version="1.0" encoding="utf-8"?>
<a:theme xmlns:a="http://schemas.openxmlformats.org/drawingml/2006/main" name="3_tekst pagina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42C7"/>
      </a:hlink>
      <a:folHlink>
        <a:srgbClr val="0042C7"/>
      </a:folHlink>
    </a:clrScheme>
    <a:fontScheme name="3_Lege presentati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48" charset="-128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b="0" dirty="0" err="1" smtClean="0">
            <a:solidFill>
              <a:srgbClr val="C00000"/>
            </a:solidFill>
            <a:latin typeface="Calibri" panose="020F0502020204030204" pitchFamily="34" charset="0"/>
          </a:defRPr>
        </a:defPPr>
      </a:lstStyle>
    </a:txDef>
  </a:objectDefaults>
  <a:extraClrSchemeLst>
    <a:extraClrScheme>
      <a:clrScheme name="3_Lege presentati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3_HR_template_NL.pptx" id="{F7109B89-37BA-4A5F-8748-8029D4C3BADD}" vid="{E0B3DCAC-C4DB-4C0B-8706-E78025A1BCAC}"/>
    </a:ext>
  </a:extLst>
</a:theme>
</file>

<file path=ppt/theme/theme5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F07BCB72A92B4C9D76046AECE9B625" ma:contentTypeVersion="0" ma:contentTypeDescription="Een nieuw document maken." ma:contentTypeScope="" ma:versionID="6eba64e5f589dd0ea50e64ebf7ab9e0f">
  <xsd:schema xmlns:xsd="http://www.w3.org/2001/XMLSchema" xmlns:p="http://schemas.microsoft.com/office/2006/metadata/properties" targetNamespace="http://schemas.microsoft.com/office/2006/metadata/properties" ma:root="true" ma:fieldsID="b118b0825d757084c8d1e1ffd33f200c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 ma:readOnly="tru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D3368582-F340-48C1-9CD3-16BF51AC381B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F368F40-2527-4CD4-8EA8-8965DAA7BF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340D80-9729-43ED-BFCA-D40C2EB1FF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2013 HR template NL</Template>
  <TotalTime>237</TotalTime>
  <Words>881</Words>
  <Application>Microsoft Office PowerPoint</Application>
  <PresentationFormat>On-screen Show (16:10)</PresentationFormat>
  <Paragraphs>270</Paragraphs>
  <Slides>32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Lucida Grande</vt:lpstr>
      <vt:lpstr>Open Sans</vt:lpstr>
      <vt:lpstr>Verdana</vt:lpstr>
      <vt:lpstr>Wingdings</vt:lpstr>
      <vt:lpstr>hoofdstuk pagina</vt:lpstr>
      <vt:lpstr>1_tekst pagina</vt:lpstr>
      <vt:lpstr>2_tekst pagina</vt:lpstr>
      <vt:lpstr>3_tekst pagina</vt:lpstr>
      <vt:lpstr>EMS20  Week 5: Opgaven Week 4</vt:lpstr>
      <vt:lpstr>Verdeling opdrachten</vt:lpstr>
      <vt:lpstr>EMS20  Theorie Week 5 Computernetwerken &amp; Internet</vt:lpstr>
      <vt:lpstr>Leerdoelen</vt:lpstr>
      <vt:lpstr>Overzicht</vt:lpstr>
      <vt:lpstr>Globale connectiviteit</vt:lpstr>
      <vt:lpstr>Begrippen computernetwerken</vt:lpstr>
      <vt:lpstr>Termen vorige week</vt:lpstr>
      <vt:lpstr>Internet core en edge</vt:lpstr>
      <vt:lpstr>Alles is anders</vt:lpstr>
      <vt:lpstr>ISO/OSI-referentiemodel</vt:lpstr>
      <vt:lpstr>Interface versus Protocol</vt:lpstr>
      <vt:lpstr>Interface versus Protocol</vt:lpstr>
      <vt:lpstr>Voorbeeld TCP/IP over ethernet</vt:lpstr>
      <vt:lpstr>Internetdiensten op TCP/IP stack</vt:lpstr>
      <vt:lpstr>Voorbeeld browser</vt:lpstr>
      <vt:lpstr>Voorbeeld browser</vt:lpstr>
      <vt:lpstr>Voorbeeld browser</vt:lpstr>
      <vt:lpstr>Voorbeeld browser</vt:lpstr>
      <vt:lpstr>TCP versus UDP</vt:lpstr>
      <vt:lpstr>Voorbeeld browser</vt:lpstr>
      <vt:lpstr>IP probleem</vt:lpstr>
      <vt:lpstr>LAN/WAN</vt:lpstr>
      <vt:lpstr>Voorbeeld browser</vt:lpstr>
      <vt:lpstr>ARP: IP MAC koppeling </vt:lpstr>
      <vt:lpstr>Voorbeeld browser</vt:lpstr>
      <vt:lpstr>DNS (top level)</vt:lpstr>
      <vt:lpstr>DNS</vt:lpstr>
      <vt:lpstr>VPN</vt:lpstr>
      <vt:lpstr>Encryptie</vt:lpstr>
      <vt:lpstr>Samenvatting</vt:lpstr>
      <vt:lpstr>Verdeling opdrachten</vt:lpstr>
    </vt:vector>
  </TitlesOfParts>
  <Company>Hogeschool Rotterdam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over enkele regel</dc:title>
  <dc:creator>Versluis, D.</dc:creator>
  <cp:lastModifiedBy>Verhagen, R.T. (Ron)</cp:lastModifiedBy>
  <cp:revision>117</cp:revision>
  <cp:lastPrinted>2013-05-13T15:29:32Z</cp:lastPrinted>
  <dcterms:created xsi:type="dcterms:W3CDTF">2017-11-15T06:58:38Z</dcterms:created>
  <dcterms:modified xsi:type="dcterms:W3CDTF">2026-07-16T13:20:51Z</dcterms:modified>
</cp:coreProperties>
</file>