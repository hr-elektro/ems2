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30" r:id="rId4"/>
    <p:sldMasterId id="2147484650" r:id="rId5"/>
    <p:sldMasterId id="2147485033" r:id="rId6"/>
    <p:sldMasterId id="2147485030" r:id="rId7"/>
  </p:sldMasterIdLst>
  <p:notesMasterIdLst>
    <p:notesMasterId r:id="rId40"/>
  </p:notesMasterIdLst>
  <p:handoutMasterIdLst>
    <p:handoutMasterId r:id="rId41"/>
  </p:handoutMasterIdLst>
  <p:sldIdLst>
    <p:sldId id="371" r:id="rId8"/>
    <p:sldId id="346" r:id="rId9"/>
    <p:sldId id="379" r:id="rId10"/>
    <p:sldId id="347" r:id="rId11"/>
    <p:sldId id="348" r:id="rId12"/>
    <p:sldId id="349" r:id="rId13"/>
    <p:sldId id="376" r:id="rId14"/>
    <p:sldId id="385" r:id="rId15"/>
    <p:sldId id="360" r:id="rId16"/>
    <p:sldId id="363" r:id="rId17"/>
    <p:sldId id="362" r:id="rId18"/>
    <p:sldId id="386" r:id="rId19"/>
    <p:sldId id="354" r:id="rId20"/>
    <p:sldId id="355" r:id="rId21"/>
    <p:sldId id="356" r:id="rId22"/>
    <p:sldId id="357" r:id="rId23"/>
    <p:sldId id="358" r:id="rId24"/>
    <p:sldId id="374" r:id="rId25"/>
    <p:sldId id="361" r:id="rId26"/>
    <p:sldId id="359" r:id="rId27"/>
    <p:sldId id="364" r:id="rId28"/>
    <p:sldId id="365" r:id="rId29"/>
    <p:sldId id="378" r:id="rId30"/>
    <p:sldId id="369" r:id="rId31"/>
    <p:sldId id="368" r:id="rId32"/>
    <p:sldId id="381" r:id="rId33"/>
    <p:sldId id="382" r:id="rId34"/>
    <p:sldId id="383" r:id="rId35"/>
    <p:sldId id="384" r:id="rId36"/>
    <p:sldId id="350" r:id="rId37"/>
    <p:sldId id="352" r:id="rId38"/>
    <p:sldId id="353" r:id="rId39"/>
  </p:sldIdLst>
  <p:sldSz cx="9144000" cy="5715000" type="screen16x1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orient="horz" pos="320" userDrawn="1">
          <p15:clr>
            <a:srgbClr val="A4A3A4"/>
          </p15:clr>
        </p15:guide>
        <p15:guide id="3" orient="horz" pos="2934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1920" userDrawn="1">
          <p15:clr>
            <a:srgbClr val="A4A3A4"/>
          </p15:clr>
        </p15:guide>
        <p15:guide id="6" pos="960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4800" userDrawn="1">
          <p15:clr>
            <a:srgbClr val="A4A3A4"/>
          </p15:clr>
        </p15:guide>
        <p15:guide id="9" pos="1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F0033"/>
    <a:srgbClr val="CC0033"/>
    <a:srgbClr val="B71327"/>
    <a:srgbClr val="B10538"/>
    <a:srgbClr val="D4737D"/>
    <a:srgbClr val="FBE0DF"/>
    <a:srgbClr val="A4D7DF"/>
    <a:srgbClr val="F3C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F63511-0657-477E-B9EF-37FED7CF0A75}" v="1" dt="2021-09-27T09:36:51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3" autoAdjust="0"/>
    <p:restoredTop sz="73620" autoAdjust="0"/>
  </p:normalViewPr>
  <p:slideViewPr>
    <p:cSldViewPr>
      <p:cViewPr varScale="1">
        <p:scale>
          <a:sx n="97" d="100"/>
          <a:sy n="97" d="100"/>
        </p:scale>
        <p:origin x="1902" y="90"/>
      </p:cViewPr>
      <p:guideLst>
        <p:guide orient="horz" pos="1800"/>
        <p:guide orient="horz" pos="320"/>
        <p:guide orient="horz" pos="2934"/>
        <p:guide pos="2880"/>
        <p:guide pos="1920"/>
        <p:guide pos="960"/>
        <p:guide pos="3840"/>
        <p:guide pos="4800"/>
        <p:guide pos="171"/>
      </p:guideLst>
    </p:cSldViewPr>
  </p:slideViewPr>
  <p:outlineViewPr>
    <p:cViewPr>
      <p:scale>
        <a:sx n="33" d="100"/>
        <a:sy n="33" d="100"/>
      </p:scale>
      <p:origin x="0" y="-928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microsoft.com/office/2016/11/relationships/changesInfo" Target="changesInfos/changesInfo1.xml"/><Relationship Id="rId20" Type="http://schemas.openxmlformats.org/officeDocument/2006/relationships/slide" Target="slides/slide13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hagen, R.T. (Ron)" userId="232a7581-4ed9-4945-b881-14b492608e41" providerId="ADAL" clId="{ABECA30D-1F61-440D-A559-397E48B7176A}"/>
    <pc:docChg chg="undo redo custSel addSld delSld modSld sldOrd addMainMaster delMainMaster modMainMaster modShowInfo">
      <pc:chgData name="Verhagen, R.T. (Ron)" userId="232a7581-4ed9-4945-b881-14b492608e41" providerId="ADAL" clId="{ABECA30D-1F61-440D-A559-397E48B7176A}" dt="2021-08-31T11:18:21.710" v="4675" actId="20577"/>
      <pc:docMkLst>
        <pc:docMk/>
      </pc:docMkLst>
      <pc:sldChg chg="add del">
        <pc:chgData name="Verhagen, R.T. (Ron)" userId="232a7581-4ed9-4945-b881-14b492608e41" providerId="ADAL" clId="{ABECA30D-1F61-440D-A559-397E48B7176A}" dt="2021-08-24T14:51:57.845" v="2959"/>
        <pc:sldMkLst>
          <pc:docMk/>
          <pc:sldMk cId="1764663822" sldId="282"/>
        </pc:sldMkLst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3338009184" sldId="323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338009184" sldId="323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338009184" sldId="323"/>
            <ac:spMk id="3" creationId="{00000000-0000-0000-0000-000000000000}"/>
          </ac:spMkLst>
        </pc:spChg>
      </pc:sldChg>
      <pc:sldChg chg="modSp mod">
        <pc:chgData name="Verhagen, R.T. (Ron)" userId="232a7581-4ed9-4945-b881-14b492608e41" providerId="ADAL" clId="{ABECA30D-1F61-440D-A559-397E48B7176A}" dt="2021-08-30T11:12:47.115" v="3588"/>
        <pc:sldMkLst>
          <pc:docMk/>
          <pc:sldMk cId="1418175701" sldId="331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418175701" sldId="331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418175701" sldId="331"/>
            <ac:spMk id="3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24T10:54:07.507" v="145" actId="20577"/>
          <ac:spMkLst>
            <pc:docMk/>
            <pc:sldMk cId="1418175701" sldId="331"/>
            <ac:spMk id="4" creationId="{00000000-0000-0000-0000-000000000000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4204596225" sldId="332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4204596225" sldId="332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4204596225" sldId="332"/>
            <ac:spMk id="3" creationId="{00000000-0000-0000-0000-000000000000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427614835" sldId="333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427614835" sldId="333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427614835" sldId="333"/>
            <ac:spMk id="3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427614835" sldId="333"/>
            <ac:spMk id="4" creationId="{00000000-0000-0000-0000-000000000000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3913775314" sldId="336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913775314" sldId="336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913775314" sldId="336"/>
            <ac:spMk id="3" creationId="{00000000-0000-0000-0000-000000000000}"/>
          </ac:spMkLst>
        </pc:spChg>
      </pc:sldChg>
      <pc:sldChg chg="addSp delSp modSp mod">
        <pc:chgData name="Verhagen, R.T. (Ron)" userId="232a7581-4ed9-4945-b881-14b492608e41" providerId="ADAL" clId="{ABECA30D-1F61-440D-A559-397E48B7176A}" dt="2021-08-30T14:34:44.595" v="4185" actId="1036"/>
        <pc:sldMkLst>
          <pc:docMk/>
          <pc:sldMk cId="1978800949" sldId="338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978800949" sldId="338"/>
            <ac:spMk id="2" creationId="{4E6FF138-8B1F-43C3-BEBE-A759733DBBE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978800949" sldId="338"/>
            <ac:spMk id="4" creationId="{7DBBEBD3-24E2-4874-8EC0-607E3A50B165}"/>
          </ac:spMkLst>
        </pc:spChg>
        <pc:picChg chg="add del mod">
          <ac:chgData name="Verhagen, R.T. (Ron)" userId="232a7581-4ed9-4945-b881-14b492608e41" providerId="ADAL" clId="{ABECA30D-1F61-440D-A559-397E48B7176A}" dt="2021-08-30T14:34:25.275" v="4166" actId="478"/>
          <ac:picMkLst>
            <pc:docMk/>
            <pc:sldMk cId="1978800949" sldId="338"/>
            <ac:picMk id="3" creationId="{23064654-3680-42C6-9059-1099B33BFED0}"/>
          </ac:picMkLst>
        </pc:picChg>
        <pc:picChg chg="add mod">
          <ac:chgData name="Verhagen, R.T. (Ron)" userId="232a7581-4ed9-4945-b881-14b492608e41" providerId="ADAL" clId="{ABECA30D-1F61-440D-A559-397E48B7176A}" dt="2021-08-30T14:34:44.595" v="4185" actId="1036"/>
          <ac:picMkLst>
            <pc:docMk/>
            <pc:sldMk cId="1978800949" sldId="338"/>
            <ac:picMk id="6" creationId="{7FD3EEB6-D44F-4D30-84DE-3FD16313154C}"/>
          </ac:picMkLst>
        </pc:picChg>
      </pc:sldChg>
      <pc:sldChg chg="addSp delSp modSp mod">
        <pc:chgData name="Verhagen, R.T. (Ron)" userId="232a7581-4ed9-4945-b881-14b492608e41" providerId="ADAL" clId="{ABECA30D-1F61-440D-A559-397E48B7176A}" dt="2021-08-30T14:36:20.418" v="4204" actId="14100"/>
        <pc:sldMkLst>
          <pc:docMk/>
          <pc:sldMk cId="2667928633" sldId="339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667928633" sldId="339"/>
            <ac:spMk id="2" creationId="{4E6FF138-8B1F-43C3-BEBE-A759733DBBE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667928633" sldId="339"/>
            <ac:spMk id="4" creationId="{7DBBEBD3-24E2-4874-8EC0-607E3A50B165}"/>
          </ac:spMkLst>
        </pc:spChg>
        <pc:picChg chg="del">
          <ac:chgData name="Verhagen, R.T. (Ron)" userId="232a7581-4ed9-4945-b881-14b492608e41" providerId="ADAL" clId="{ABECA30D-1F61-440D-A559-397E48B7176A}" dt="2021-08-30T14:35:46.732" v="4186" actId="478"/>
          <ac:picMkLst>
            <pc:docMk/>
            <pc:sldMk cId="2667928633" sldId="339"/>
            <ac:picMk id="3" creationId="{2A6D77BF-E38C-4A0C-86A8-22B136AC5ECF}"/>
          </ac:picMkLst>
        </pc:picChg>
        <pc:picChg chg="add mod">
          <ac:chgData name="Verhagen, R.T. (Ron)" userId="232a7581-4ed9-4945-b881-14b492608e41" providerId="ADAL" clId="{ABECA30D-1F61-440D-A559-397E48B7176A}" dt="2021-08-30T14:36:20.418" v="4204" actId="14100"/>
          <ac:picMkLst>
            <pc:docMk/>
            <pc:sldMk cId="2667928633" sldId="339"/>
            <ac:picMk id="6" creationId="{893FC868-F805-48B8-8E99-0FA98F702DAD}"/>
          </ac:picMkLst>
        </pc:picChg>
      </pc:sldChg>
      <pc:sldChg chg="addSp delSp modSp mod">
        <pc:chgData name="Verhagen, R.T. (Ron)" userId="232a7581-4ed9-4945-b881-14b492608e41" providerId="ADAL" clId="{ABECA30D-1F61-440D-A559-397E48B7176A}" dt="2021-08-30T14:37:01.464" v="4227" actId="14100"/>
        <pc:sldMkLst>
          <pc:docMk/>
          <pc:sldMk cId="874790048" sldId="340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874790048" sldId="340"/>
            <ac:spMk id="2" creationId="{4E6FF138-8B1F-43C3-BEBE-A759733DBBE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874790048" sldId="340"/>
            <ac:spMk id="4" creationId="{7DBBEBD3-24E2-4874-8EC0-607E3A50B165}"/>
          </ac:spMkLst>
        </pc:spChg>
        <pc:picChg chg="del">
          <ac:chgData name="Verhagen, R.T. (Ron)" userId="232a7581-4ed9-4945-b881-14b492608e41" providerId="ADAL" clId="{ABECA30D-1F61-440D-A559-397E48B7176A}" dt="2021-08-30T14:36:25.691" v="4205" actId="478"/>
          <ac:picMkLst>
            <pc:docMk/>
            <pc:sldMk cId="874790048" sldId="340"/>
            <ac:picMk id="3" creationId="{4424BFF0-EE5A-49F9-B2CE-A721D4D998B8}"/>
          </ac:picMkLst>
        </pc:picChg>
        <pc:picChg chg="add mod">
          <ac:chgData name="Verhagen, R.T. (Ron)" userId="232a7581-4ed9-4945-b881-14b492608e41" providerId="ADAL" clId="{ABECA30D-1F61-440D-A559-397E48B7176A}" dt="2021-08-30T14:37:01.464" v="4227" actId="14100"/>
          <ac:picMkLst>
            <pc:docMk/>
            <pc:sldMk cId="874790048" sldId="340"/>
            <ac:picMk id="6" creationId="{38E9D0A3-CAE1-4654-9B61-D42BB3F99CE3}"/>
          </ac:picMkLst>
        </pc:pic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50297651" sldId="341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50297651" sldId="341"/>
            <ac:spMk id="2" creationId="{35610980-2703-4ACA-97E1-EC78445C2557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50297651" sldId="341"/>
            <ac:spMk id="3" creationId="{498E0D43-A8DE-4AB3-8224-D16204FC7267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50297651" sldId="341"/>
            <ac:spMk id="4" creationId="{7FFAE17D-CAF9-4BAE-81C6-86EE6552D805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288774498" sldId="342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88774498" sldId="342"/>
            <ac:spMk id="2" creationId="{4E6FF138-8B1F-43C3-BEBE-A759733DBBE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88774498" sldId="342"/>
            <ac:spMk id="4" creationId="{7DBBEBD3-24E2-4874-8EC0-607E3A50B165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2445105654" sldId="343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445105654" sldId="343"/>
            <ac:spMk id="2" creationId="{D76DDE11-8450-422B-9A36-A5446E5E5FA8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445105654" sldId="343"/>
            <ac:spMk id="3" creationId="{43BB51BD-3AE5-4D57-866E-74F30150F8A4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445105654" sldId="343"/>
            <ac:spMk id="4" creationId="{58529487-F7DB-4844-AFD5-A6B553332C18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723059076" sldId="344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723059076" sldId="344"/>
            <ac:spMk id="2" creationId="{BBD6A55C-65F7-4F38-B0B7-EBF0A94ED44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723059076" sldId="344"/>
            <ac:spMk id="4" creationId="{11A929E0-79CC-45F2-87BF-FAC59C833AB4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2309266950" sldId="346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309266950" sldId="346"/>
            <ac:spMk id="2" creationId="{F95EAB6C-86B2-4E72-B980-394E9815CF42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309266950" sldId="346"/>
            <ac:spMk id="3" creationId="{0397537F-6318-4909-B109-E7A1D9012F2F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309266950" sldId="346"/>
            <ac:spMk id="4" creationId="{A6F1D53F-FE49-4BC2-96A9-A81DF36E96D1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1885917800" sldId="347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885917800" sldId="347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885917800" sldId="347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42:23.019" v="4253" actId="20577"/>
        <pc:sldMkLst>
          <pc:docMk/>
          <pc:sldMk cId="3867414159" sldId="348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867414159" sldId="348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867414159" sldId="348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42:10.967" v="4250" actId="20577"/>
        <pc:sldMkLst>
          <pc:docMk/>
          <pc:sldMk cId="684196157" sldId="349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684196157" sldId="349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684196157" sldId="349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42:27.389" v="4254" actId="20577"/>
        <pc:sldMkLst>
          <pc:docMk/>
          <pc:sldMk cId="2534192525" sldId="350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534192525" sldId="350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534192525" sldId="350"/>
            <ac:spMk id="3" creationId="{00000000-0000-0000-0000-000000000000}"/>
          </ac:spMkLst>
        </pc:spChg>
      </pc:sldChg>
      <pc:sldChg chg="del">
        <pc:chgData name="Verhagen, R.T. (Ron)" userId="232a7581-4ed9-4945-b881-14b492608e41" providerId="ADAL" clId="{ABECA30D-1F61-440D-A559-397E48B7176A}" dt="2021-08-24T12:10:43.048" v="341" actId="47"/>
        <pc:sldMkLst>
          <pc:docMk/>
          <pc:sldMk cId="391619326" sldId="351"/>
        </pc:sldMkLst>
      </pc:sldChg>
      <pc:sldChg chg="modSp modNotesTx">
        <pc:chgData name="Verhagen, R.T. (Ron)" userId="232a7581-4ed9-4945-b881-14b492608e41" providerId="ADAL" clId="{ABECA30D-1F61-440D-A559-397E48B7176A}" dt="2021-08-30T14:42:29.583" v="4255" actId="20577"/>
        <pc:sldMkLst>
          <pc:docMk/>
          <pc:sldMk cId="3683693511" sldId="352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683693511" sldId="352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683693511" sldId="352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42:30.896" v="4256" actId="20577"/>
        <pc:sldMkLst>
          <pc:docMk/>
          <pc:sldMk cId="3084223025" sldId="353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084223025" sldId="353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084223025" sldId="353"/>
            <ac:spMk id="3" creationId="{00000000-0000-0000-0000-000000000000}"/>
          </ac:spMkLst>
        </pc:spChg>
      </pc:sldChg>
      <pc:sldChg chg="addSp delSp modSp mod modNotesTx">
        <pc:chgData name="Verhagen, R.T. (Ron)" userId="232a7581-4ed9-4945-b881-14b492608e41" providerId="ADAL" clId="{ABECA30D-1F61-440D-A559-397E48B7176A}" dt="2021-08-30T14:43:48.660" v="4321" actId="20577"/>
        <pc:sldMkLst>
          <pc:docMk/>
          <pc:sldMk cId="871877352" sldId="354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871877352" sldId="354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871877352" sldId="354"/>
            <ac:spMk id="3" creationId="{00000000-0000-0000-0000-000000000000}"/>
          </ac:spMkLst>
        </pc:spChg>
        <pc:spChg chg="add del">
          <ac:chgData name="Verhagen, R.T. (Ron)" userId="232a7581-4ed9-4945-b881-14b492608e41" providerId="ADAL" clId="{ABECA30D-1F61-440D-A559-397E48B7176A}" dt="2021-08-30T11:42:15.716" v="3744" actId="22"/>
          <ac:spMkLst>
            <pc:docMk/>
            <pc:sldMk cId="871877352" sldId="354"/>
            <ac:spMk id="6" creationId="{A546100E-536D-4CC5-A5DD-1F2A1AA7E3BC}"/>
          </ac:spMkLst>
        </pc:spChg>
        <pc:spChg chg="add del mod">
          <ac:chgData name="Verhagen, R.T. (Ron)" userId="232a7581-4ed9-4945-b881-14b492608e41" providerId="ADAL" clId="{ABECA30D-1F61-440D-A559-397E48B7176A}" dt="2021-08-30T11:52:41.513" v="3756" actId="21"/>
          <ac:spMkLst>
            <pc:docMk/>
            <pc:sldMk cId="871877352" sldId="354"/>
            <ac:spMk id="7" creationId="{3CE0EEDB-A685-4CA6-8473-7C9FDE4CAFB5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44:36.142" v="4361" actId="20577"/>
        <pc:sldMkLst>
          <pc:docMk/>
          <pc:sldMk cId="2319445439" sldId="355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319445439" sldId="355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319445439" sldId="355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45:05.357" v="4447" actId="20577"/>
        <pc:sldMkLst>
          <pc:docMk/>
          <pc:sldMk cId="1308104228" sldId="356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308104228" sldId="356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308104228" sldId="356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45:22.205" v="4460" actId="20577"/>
        <pc:sldMkLst>
          <pc:docMk/>
          <pc:sldMk cId="1190636746" sldId="357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190636746" sldId="357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190636746" sldId="357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59:26.675" v="4672" actId="20577"/>
        <pc:sldMkLst>
          <pc:docMk/>
          <pc:sldMk cId="753219104" sldId="358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753219104" sldId="358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753219104" sldId="358"/>
            <ac:spMk id="3" creationId="{00000000-0000-0000-0000-000000000000}"/>
          </ac:spMkLst>
        </pc:spChg>
      </pc:sldChg>
      <pc:sldChg chg="modSp ord modNotesTx">
        <pc:chgData name="Verhagen, R.T. (Ron)" userId="232a7581-4ed9-4945-b881-14b492608e41" providerId="ADAL" clId="{ABECA30D-1F61-440D-A559-397E48B7176A}" dt="2021-08-30T11:12:47.115" v="3588"/>
        <pc:sldMkLst>
          <pc:docMk/>
          <pc:sldMk cId="3798610039" sldId="359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798610039" sldId="359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798610039" sldId="359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4:47:11.961" v="4670" actId="20577"/>
        <pc:sldMkLst>
          <pc:docMk/>
          <pc:sldMk cId="2815835755" sldId="360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815835755" sldId="360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815835755" sldId="360"/>
            <ac:spMk id="3" creationId="{00000000-0000-0000-0000-000000000000}"/>
          </ac:spMkLst>
        </pc:spChg>
      </pc:sldChg>
      <pc:sldChg chg="modSp modNotesTx">
        <pc:chgData name="Verhagen, R.T. (Ron)" userId="232a7581-4ed9-4945-b881-14b492608e41" providerId="ADAL" clId="{ABECA30D-1F61-440D-A559-397E48B7176A}" dt="2021-08-30T11:12:47.115" v="3588"/>
        <pc:sldMkLst>
          <pc:docMk/>
          <pc:sldMk cId="2551886383" sldId="361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551886383" sldId="361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551886383" sldId="361"/>
            <ac:spMk id="3" creationId="{00000000-0000-0000-0000-000000000000}"/>
          </ac:spMkLst>
        </pc:spChg>
      </pc:sldChg>
      <pc:sldChg chg="addSp modSp mod modNotesTx">
        <pc:chgData name="Verhagen, R.T. (Ron)" userId="232a7581-4ed9-4945-b881-14b492608e41" providerId="ADAL" clId="{ABECA30D-1F61-440D-A559-397E48B7176A}" dt="2021-08-30T11:12:47.115" v="3588"/>
        <pc:sldMkLst>
          <pc:docMk/>
          <pc:sldMk cId="2461989029" sldId="362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461989029" sldId="362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461989029" sldId="362"/>
            <ac:spMk id="3" creationId="{00000000-0000-0000-0000-000000000000}"/>
          </ac:spMkLst>
        </pc:spChg>
        <pc:spChg chg="add mod">
          <ac:chgData name="Verhagen, R.T. (Ron)" userId="232a7581-4ed9-4945-b881-14b492608e41" providerId="ADAL" clId="{ABECA30D-1F61-440D-A559-397E48B7176A}" dt="2021-08-24T14:55:53.767" v="3202" actId="1076"/>
          <ac:spMkLst>
            <pc:docMk/>
            <pc:sldMk cId="2461989029" sldId="362"/>
            <ac:spMk id="7" creationId="{F4E2AD35-2DAB-4810-972F-467EADEF5619}"/>
          </ac:spMkLst>
        </pc:spChg>
        <pc:spChg chg="add mod">
          <ac:chgData name="Verhagen, R.T. (Ron)" userId="232a7581-4ed9-4945-b881-14b492608e41" providerId="ADAL" clId="{ABECA30D-1F61-440D-A559-397E48B7176A}" dt="2021-08-24T14:56:08.774" v="3206" actId="1037"/>
          <ac:spMkLst>
            <pc:docMk/>
            <pc:sldMk cId="2461989029" sldId="362"/>
            <ac:spMk id="8" creationId="{4C963DDA-6F4F-49D5-85BA-A071C3FDC334}"/>
          </ac:spMkLst>
        </pc:spChg>
        <pc:picChg chg="mod">
          <ac:chgData name="Verhagen, R.T. (Ron)" userId="232a7581-4ed9-4945-b881-14b492608e41" providerId="ADAL" clId="{ABECA30D-1F61-440D-A559-397E48B7176A}" dt="2021-08-24T14:52:25.258" v="2964" actId="1076"/>
          <ac:picMkLst>
            <pc:docMk/>
            <pc:sldMk cId="2461989029" sldId="362"/>
            <ac:picMk id="4" creationId="{00000000-0000-0000-0000-000000000000}"/>
          </ac:picMkLst>
        </pc:picChg>
        <pc:picChg chg="add mod">
          <ac:chgData name="Verhagen, R.T. (Ron)" userId="232a7581-4ed9-4945-b881-14b492608e41" providerId="ADAL" clId="{ABECA30D-1F61-440D-A559-397E48B7176A}" dt="2021-08-24T14:52:50.829" v="2972" actId="1076"/>
          <ac:picMkLst>
            <pc:docMk/>
            <pc:sldMk cId="2461989029" sldId="362"/>
            <ac:picMk id="5" creationId="{C9079E33-32F3-4B4D-98AC-20DA840FA271}"/>
          </ac:picMkLst>
        </pc:picChg>
        <pc:picChg chg="add mod">
          <ac:chgData name="Verhagen, R.T. (Ron)" userId="232a7581-4ed9-4945-b881-14b492608e41" providerId="ADAL" clId="{ABECA30D-1F61-440D-A559-397E48B7176A}" dt="2021-08-24T14:55:15.451" v="3191" actId="1076"/>
          <ac:picMkLst>
            <pc:docMk/>
            <pc:sldMk cId="2461989029" sldId="362"/>
            <ac:picMk id="6" creationId="{D98F62BE-FC0A-4B6E-98BF-77CABA38D75E}"/>
          </ac:picMkLst>
        </pc:pic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1335405696" sldId="363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335405696" sldId="363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335405696" sldId="363"/>
            <ac:spMk id="3" creationId="{00000000-0000-0000-0000-000000000000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3940582665" sldId="364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940582665" sldId="364"/>
            <ac:spMk id="3" creationId="{00000000-0000-0000-0000-000000000000}"/>
          </ac:spMkLst>
        </pc:spChg>
      </pc:sldChg>
      <pc:sldChg chg="modSp">
        <pc:chgData name="Verhagen, R.T. (Ron)" userId="232a7581-4ed9-4945-b881-14b492608e41" providerId="ADAL" clId="{ABECA30D-1F61-440D-A559-397E48B7176A}" dt="2021-08-30T11:12:47.115" v="3588"/>
        <pc:sldMkLst>
          <pc:docMk/>
          <pc:sldMk cId="2702651436" sldId="365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702651436" sldId="365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702651436" sldId="365"/>
            <ac:spMk id="3" creationId="{00000000-0000-0000-0000-000000000000}"/>
          </ac:spMkLst>
        </pc:spChg>
      </pc:sldChg>
      <pc:sldChg chg="modSp mod">
        <pc:chgData name="Verhagen, R.T. (Ron)" userId="232a7581-4ed9-4945-b881-14b492608e41" providerId="ADAL" clId="{ABECA30D-1F61-440D-A559-397E48B7176A}" dt="2021-08-30T11:57:28.041" v="4092" actId="20577"/>
        <pc:sldMkLst>
          <pc:docMk/>
          <pc:sldMk cId="2889064237" sldId="368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889064237" sldId="368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889064237" sldId="368"/>
            <ac:spMk id="3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57:28.041" v="4092" actId="20577"/>
          <ac:spMkLst>
            <pc:docMk/>
            <pc:sldMk cId="2889064237" sldId="368"/>
            <ac:spMk id="4" creationId="{00000000-0000-0000-0000-000000000000}"/>
          </ac:spMkLst>
        </pc:spChg>
      </pc:sldChg>
      <pc:sldChg chg="addSp delSp modSp mod">
        <pc:chgData name="Verhagen, R.T. (Ron)" userId="232a7581-4ed9-4945-b881-14b492608e41" providerId="ADAL" clId="{ABECA30D-1F61-440D-A559-397E48B7176A}" dt="2021-08-31T11:18:21.710" v="4675" actId="20577"/>
        <pc:sldMkLst>
          <pc:docMk/>
          <pc:sldMk cId="2192044543" sldId="369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192044543" sldId="369"/>
            <ac:spMk id="3" creationId="{508FF975-8460-4B70-95C9-FB7A68502865}"/>
          </ac:spMkLst>
        </pc:spChg>
        <pc:spChg chg="mod">
          <ac:chgData name="Verhagen, R.T. (Ron)" userId="232a7581-4ed9-4945-b881-14b492608e41" providerId="ADAL" clId="{ABECA30D-1F61-440D-A559-397E48B7176A}" dt="2021-08-30T11:52:56.799" v="3768" actId="20577"/>
          <ac:spMkLst>
            <pc:docMk/>
            <pc:sldMk cId="2192044543" sldId="369"/>
            <ac:spMk id="4" creationId="{D0C0D3BE-8CEE-48EB-BF61-95793A0AFFF5}"/>
          </ac:spMkLst>
        </pc:spChg>
        <pc:spChg chg="mod">
          <ac:chgData name="Verhagen, R.T. (Ron)" userId="232a7581-4ed9-4945-b881-14b492608e41" providerId="ADAL" clId="{ABECA30D-1F61-440D-A559-397E48B7176A}" dt="2021-08-31T11:18:21.710" v="4675" actId="20577"/>
          <ac:spMkLst>
            <pc:docMk/>
            <pc:sldMk cId="2192044543" sldId="369"/>
            <ac:spMk id="5" creationId="{10646654-47AB-4806-A42A-CF107F34BCA3}"/>
          </ac:spMkLst>
        </pc:spChg>
        <pc:spChg chg="add del mod">
          <ac:chgData name="Verhagen, R.T. (Ron)" userId="232a7581-4ed9-4945-b881-14b492608e41" providerId="ADAL" clId="{ABECA30D-1F61-440D-A559-397E48B7176A}" dt="2021-08-30T11:57:12.160" v="4071"/>
          <ac:spMkLst>
            <pc:docMk/>
            <pc:sldMk cId="2192044543" sldId="369"/>
            <ac:spMk id="6" creationId="{AF9FB2F4-45C3-483E-8244-5A7FAAB92AA3}"/>
          </ac:spMkLst>
        </pc:spChg>
      </pc:sldChg>
      <pc:sldChg chg="modSp mod">
        <pc:chgData name="Verhagen, R.T. (Ron)" userId="232a7581-4ed9-4945-b881-14b492608e41" providerId="ADAL" clId="{ABECA30D-1F61-440D-A559-397E48B7176A}" dt="2021-08-30T11:12:47.115" v="3588"/>
        <pc:sldMkLst>
          <pc:docMk/>
          <pc:sldMk cId="2109284140" sldId="370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109284140" sldId="370"/>
            <ac:spMk id="2" creationId="{F6A62C6B-EDDC-4C8B-807A-70D11F2F48D9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109284140" sldId="370"/>
            <ac:spMk id="3" creationId="{204A97BE-0185-4288-91E8-2D64B131EE64}"/>
          </ac:spMkLst>
        </pc:spChg>
        <pc:spChg chg="mod">
          <ac:chgData name="Verhagen, R.T. (Ron)" userId="232a7581-4ed9-4945-b881-14b492608e41" providerId="ADAL" clId="{ABECA30D-1F61-440D-A559-397E48B7176A}" dt="2021-08-24T11:09:20.060" v="321" actId="20577"/>
          <ac:spMkLst>
            <pc:docMk/>
            <pc:sldMk cId="2109284140" sldId="370"/>
            <ac:spMk id="4" creationId="{1DD1B3EA-2E5E-494C-9E5B-629DE6388072}"/>
          </ac:spMkLst>
        </pc:spChg>
      </pc:sldChg>
      <pc:sldChg chg="addSp delSp modSp new mod">
        <pc:chgData name="Verhagen, R.T. (Ron)" userId="232a7581-4ed9-4945-b881-14b492608e41" providerId="ADAL" clId="{ABECA30D-1F61-440D-A559-397E48B7176A}" dt="2021-08-30T11:19:26.132" v="3607" actId="1076"/>
        <pc:sldMkLst>
          <pc:docMk/>
          <pc:sldMk cId="3150124253" sldId="372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150124253" sldId="372"/>
            <ac:spMk id="2" creationId="{79CB8385-8EBB-4724-B2E9-8AAE5C374551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150124253" sldId="372"/>
            <ac:spMk id="3" creationId="{0892A43E-BF9A-40DB-8BBF-BF31F46F8EF1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5" creationId="{5DA89D80-B7AC-425A-AA8C-3CF445401024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6" creationId="{6FB57269-A2D1-4ADD-BAB9-8DCFFC4F78F7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7" creationId="{9D1F5BD5-5D7E-4132-87E6-2D6C979202FC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8" creationId="{46D0E8B4-C726-4470-9CA3-E3DA253059E6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9" creationId="{1DC2A2AA-F07C-430C-9BAD-5D378754ED93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10" creationId="{2CAD3E15-200B-4383-AE3F-CE35A16F5F23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11" creationId="{030DFDC1-AFD9-4137-9FA4-E34C02117910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12" creationId="{AF5729FC-1161-41AA-99ED-E9FADE40350E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13" creationId="{A5724929-7422-4E8D-A6C3-EBC51E56710C}"/>
          </ac:spMkLst>
        </pc:spChg>
        <pc:spChg chg="mod">
          <ac:chgData name="Verhagen, R.T. (Ron)" userId="232a7581-4ed9-4945-b881-14b492608e41" providerId="ADAL" clId="{ABECA30D-1F61-440D-A559-397E48B7176A}" dt="2021-08-24T10:29:02.895" v="1"/>
          <ac:spMkLst>
            <pc:docMk/>
            <pc:sldMk cId="3150124253" sldId="372"/>
            <ac:spMk id="14" creationId="{4F255F62-3500-4542-B040-5797DCD4C68F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16" creationId="{696E8A19-E1D9-450E-8270-69A32BC5F224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17" creationId="{DAD80400-96C4-428E-846A-358A28BE4D99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18" creationId="{63EF8488-9E33-48FD-8707-B0BAEBE47883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19" creationId="{9828ACBA-77B9-4129-90CF-2DAE216B4447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20" creationId="{996CA593-6A87-4457-8E5E-516EDBADE2CF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21" creationId="{4106AAF9-D7CD-4819-880C-52EBB9250902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22" creationId="{4A3BC491-9435-48B3-9460-7738CF8F446E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23" creationId="{D598E1B6-1FC8-413D-BC13-21868C9CAF6B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24" creationId="{2E8A59AE-4695-4D74-B695-ED60A25D97F8}"/>
          </ac:spMkLst>
        </pc:spChg>
        <pc:spChg chg="mod">
          <ac:chgData name="Verhagen, R.T. (Ron)" userId="232a7581-4ed9-4945-b881-14b492608e41" providerId="ADAL" clId="{ABECA30D-1F61-440D-A559-397E48B7176A}" dt="2021-08-24T10:38:01.836" v="22"/>
          <ac:spMkLst>
            <pc:docMk/>
            <pc:sldMk cId="3150124253" sldId="372"/>
            <ac:spMk id="25" creationId="{DDAADFDA-5092-41A4-9A33-2632F7543D7A}"/>
          </ac:spMkLst>
        </pc:spChg>
        <pc:spChg chg="mod">
          <ac:chgData name="Verhagen, R.T. (Ron)" userId="232a7581-4ed9-4945-b881-14b492608e41" providerId="ADAL" clId="{ABECA30D-1F61-440D-A559-397E48B7176A}" dt="2021-08-24T10:38:37.381" v="25"/>
          <ac:spMkLst>
            <pc:docMk/>
            <pc:sldMk cId="3150124253" sldId="372"/>
            <ac:spMk id="27" creationId="{FE272AB0-8B70-48C0-8833-49422136CA9A}"/>
          </ac:spMkLst>
        </pc:spChg>
        <pc:spChg chg="mod">
          <ac:chgData name="Verhagen, R.T. (Ron)" userId="232a7581-4ed9-4945-b881-14b492608e41" providerId="ADAL" clId="{ABECA30D-1F61-440D-A559-397E48B7176A}" dt="2021-08-24T10:41:10.413" v="39" actId="20577"/>
          <ac:spMkLst>
            <pc:docMk/>
            <pc:sldMk cId="3150124253" sldId="372"/>
            <ac:spMk id="28" creationId="{D63E869E-3986-44BF-B3FC-DEFDAD832B04}"/>
          </ac:spMkLst>
        </pc:spChg>
        <pc:spChg chg="mod">
          <ac:chgData name="Verhagen, R.T. (Ron)" userId="232a7581-4ed9-4945-b881-14b492608e41" providerId="ADAL" clId="{ABECA30D-1F61-440D-A559-397E48B7176A}" dt="2021-08-24T10:38:37.381" v="25"/>
          <ac:spMkLst>
            <pc:docMk/>
            <pc:sldMk cId="3150124253" sldId="372"/>
            <ac:spMk id="29" creationId="{89EDD19C-087C-4085-AD14-B90C764A8781}"/>
          </ac:spMkLst>
        </pc:spChg>
        <pc:spChg chg="mod">
          <ac:chgData name="Verhagen, R.T. (Ron)" userId="232a7581-4ed9-4945-b881-14b492608e41" providerId="ADAL" clId="{ABECA30D-1F61-440D-A559-397E48B7176A}" dt="2021-08-24T10:41:06.439" v="33" actId="20577"/>
          <ac:spMkLst>
            <pc:docMk/>
            <pc:sldMk cId="3150124253" sldId="372"/>
            <ac:spMk id="30" creationId="{268F50A5-712F-4FE6-BF48-8C6C1BBF112A}"/>
          </ac:spMkLst>
        </pc:spChg>
        <pc:spChg chg="mod">
          <ac:chgData name="Verhagen, R.T. (Ron)" userId="232a7581-4ed9-4945-b881-14b492608e41" providerId="ADAL" clId="{ABECA30D-1F61-440D-A559-397E48B7176A}" dt="2021-08-24T10:38:37.381" v="25"/>
          <ac:spMkLst>
            <pc:docMk/>
            <pc:sldMk cId="3150124253" sldId="372"/>
            <ac:spMk id="31" creationId="{F8F0DDC8-0F23-4EDA-9A96-29AC6F737134}"/>
          </ac:spMkLst>
        </pc:spChg>
        <pc:spChg chg="mod">
          <ac:chgData name="Verhagen, R.T. (Ron)" userId="232a7581-4ed9-4945-b881-14b492608e41" providerId="ADAL" clId="{ABECA30D-1F61-440D-A559-397E48B7176A}" dt="2021-08-24T10:38:37.381" v="25"/>
          <ac:spMkLst>
            <pc:docMk/>
            <pc:sldMk cId="3150124253" sldId="372"/>
            <ac:spMk id="32" creationId="{877E3323-C991-4E3E-B7BE-E5B77C1CED18}"/>
          </ac:spMkLst>
        </pc:spChg>
        <pc:spChg chg="mod">
          <ac:chgData name="Verhagen, R.T. (Ron)" userId="232a7581-4ed9-4945-b881-14b492608e41" providerId="ADAL" clId="{ABECA30D-1F61-440D-A559-397E48B7176A}" dt="2021-08-24T10:38:37.381" v="25"/>
          <ac:spMkLst>
            <pc:docMk/>
            <pc:sldMk cId="3150124253" sldId="372"/>
            <ac:spMk id="33" creationId="{CC917F92-6DD0-4EC2-A634-8FE8E517848E}"/>
          </ac:spMkLst>
        </pc:spChg>
        <pc:spChg chg="mod">
          <ac:chgData name="Verhagen, R.T. (Ron)" userId="232a7581-4ed9-4945-b881-14b492608e41" providerId="ADAL" clId="{ABECA30D-1F61-440D-A559-397E48B7176A}" dt="2021-08-24T10:38:37.381" v="25"/>
          <ac:spMkLst>
            <pc:docMk/>
            <pc:sldMk cId="3150124253" sldId="372"/>
            <ac:spMk id="34" creationId="{0CA9A102-FBBA-4E64-BB06-2A367B3C2D8B}"/>
          </ac:spMkLst>
        </pc:spChg>
        <pc:spChg chg="mod">
          <ac:chgData name="Verhagen, R.T. (Ron)" userId="232a7581-4ed9-4945-b881-14b492608e41" providerId="ADAL" clId="{ABECA30D-1F61-440D-A559-397E48B7176A}" dt="2021-08-24T10:38:37.381" v="25"/>
          <ac:spMkLst>
            <pc:docMk/>
            <pc:sldMk cId="3150124253" sldId="372"/>
            <ac:spMk id="35" creationId="{10236782-6F43-411F-9DB0-399A88FCE621}"/>
          </ac:spMkLst>
        </pc:spChg>
        <pc:spChg chg="mod">
          <ac:chgData name="Verhagen, R.T. (Ron)" userId="232a7581-4ed9-4945-b881-14b492608e41" providerId="ADAL" clId="{ABECA30D-1F61-440D-A559-397E48B7176A}" dt="2021-08-24T10:38:37.381" v="25"/>
          <ac:spMkLst>
            <pc:docMk/>
            <pc:sldMk cId="3150124253" sldId="372"/>
            <ac:spMk id="36" creationId="{CB026064-589D-425B-9582-F8B0BA83E899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38" creationId="{2D78217E-1F8F-4167-919C-2138AD2115E1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39" creationId="{EAB74433-753C-4465-A431-C2DE9F91B3F8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40" creationId="{E8AEEE81-6700-4506-98C6-DAA7365A3F40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41" creationId="{2BBB298F-F59F-4243-A574-3108D062C808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42" creationId="{922C5CED-1533-48F7-BB0C-F54DAD8CB4AF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43" creationId="{A46063BB-8D7A-4CCB-9732-0214F23E5885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44" creationId="{45242F29-57EE-4E8F-9CC0-A671C58207D8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45" creationId="{428632BB-FA46-43D2-9307-8D180FE8C6C2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46" creationId="{A731A2A0-4B4E-4AB4-939A-5CF51F0202F7}"/>
          </ac:spMkLst>
        </pc:spChg>
        <pc:spChg chg="mod">
          <ac:chgData name="Verhagen, R.T. (Ron)" userId="232a7581-4ed9-4945-b881-14b492608e41" providerId="ADAL" clId="{ABECA30D-1F61-440D-A559-397E48B7176A}" dt="2021-08-24T10:42:08.151" v="41"/>
          <ac:spMkLst>
            <pc:docMk/>
            <pc:sldMk cId="3150124253" sldId="372"/>
            <ac:spMk id="47" creationId="{37D08F54-997B-4B6C-B77E-79900A396432}"/>
          </ac:spMkLst>
        </pc:spChg>
        <pc:spChg chg="mod">
          <ac:chgData name="Verhagen, R.T. (Ron)" userId="232a7581-4ed9-4945-b881-14b492608e41" providerId="ADAL" clId="{ABECA30D-1F61-440D-A559-397E48B7176A}" dt="2021-08-24T10:45:09.884" v="43"/>
          <ac:spMkLst>
            <pc:docMk/>
            <pc:sldMk cId="3150124253" sldId="372"/>
            <ac:spMk id="49" creationId="{D9880FA2-FB96-4699-8036-6CD325475569}"/>
          </ac:spMkLst>
        </pc:spChg>
        <pc:spChg chg="mod">
          <ac:chgData name="Verhagen, R.T. (Ron)" userId="232a7581-4ed9-4945-b881-14b492608e41" providerId="ADAL" clId="{ABECA30D-1F61-440D-A559-397E48B7176A}" dt="2021-08-30T07:19:13.198" v="3234" actId="20577"/>
          <ac:spMkLst>
            <pc:docMk/>
            <pc:sldMk cId="3150124253" sldId="372"/>
            <ac:spMk id="50" creationId="{54D3E4B4-7941-47E3-94E9-DB387CED6DD4}"/>
          </ac:spMkLst>
        </pc:spChg>
        <pc:spChg chg="mod">
          <ac:chgData name="Verhagen, R.T. (Ron)" userId="232a7581-4ed9-4945-b881-14b492608e41" providerId="ADAL" clId="{ABECA30D-1F61-440D-A559-397E48B7176A}" dt="2021-08-24T10:45:09.884" v="43"/>
          <ac:spMkLst>
            <pc:docMk/>
            <pc:sldMk cId="3150124253" sldId="372"/>
            <ac:spMk id="51" creationId="{17E5F796-D0D4-41A9-A170-C576884A5555}"/>
          </ac:spMkLst>
        </pc:spChg>
        <pc:spChg chg="mod">
          <ac:chgData name="Verhagen, R.T. (Ron)" userId="232a7581-4ed9-4945-b881-14b492608e41" providerId="ADAL" clId="{ABECA30D-1F61-440D-A559-397E48B7176A}" dt="2021-08-30T07:19:39.655" v="3241" actId="20577"/>
          <ac:spMkLst>
            <pc:docMk/>
            <pc:sldMk cId="3150124253" sldId="372"/>
            <ac:spMk id="52" creationId="{8FEAB7D0-51C1-4667-8172-DD1A408675B8}"/>
          </ac:spMkLst>
        </pc:spChg>
        <pc:spChg chg="mod">
          <ac:chgData name="Verhagen, R.T. (Ron)" userId="232a7581-4ed9-4945-b881-14b492608e41" providerId="ADAL" clId="{ABECA30D-1F61-440D-A559-397E48B7176A}" dt="2021-08-24T10:45:09.884" v="43"/>
          <ac:spMkLst>
            <pc:docMk/>
            <pc:sldMk cId="3150124253" sldId="372"/>
            <ac:spMk id="53" creationId="{355A6138-A881-4AEA-A0C8-4D4E081AE451}"/>
          </ac:spMkLst>
        </pc:spChg>
        <pc:spChg chg="mod">
          <ac:chgData name="Verhagen, R.T. (Ron)" userId="232a7581-4ed9-4945-b881-14b492608e41" providerId="ADAL" clId="{ABECA30D-1F61-440D-A559-397E48B7176A}" dt="2021-08-24T10:50:34.914" v="59" actId="20577"/>
          <ac:spMkLst>
            <pc:docMk/>
            <pc:sldMk cId="3150124253" sldId="372"/>
            <ac:spMk id="54" creationId="{362040A4-D780-4FF8-9544-08B72372846C}"/>
          </ac:spMkLst>
        </pc:spChg>
        <pc:spChg chg="mod">
          <ac:chgData name="Verhagen, R.T. (Ron)" userId="232a7581-4ed9-4945-b881-14b492608e41" providerId="ADAL" clId="{ABECA30D-1F61-440D-A559-397E48B7176A}" dt="2021-08-24T10:45:09.884" v="43"/>
          <ac:spMkLst>
            <pc:docMk/>
            <pc:sldMk cId="3150124253" sldId="372"/>
            <ac:spMk id="55" creationId="{AD2169DD-B37C-467A-BB0D-89FAA516BE33}"/>
          </ac:spMkLst>
        </pc:spChg>
        <pc:spChg chg="mod">
          <ac:chgData name="Verhagen, R.T. (Ron)" userId="232a7581-4ed9-4945-b881-14b492608e41" providerId="ADAL" clId="{ABECA30D-1F61-440D-A559-397E48B7176A}" dt="2021-08-24T10:45:09.884" v="43"/>
          <ac:spMkLst>
            <pc:docMk/>
            <pc:sldMk cId="3150124253" sldId="372"/>
            <ac:spMk id="56" creationId="{E5003F37-D726-4A39-BF66-5B714BC1EF4A}"/>
          </ac:spMkLst>
        </pc:spChg>
        <pc:spChg chg="mod">
          <ac:chgData name="Verhagen, R.T. (Ron)" userId="232a7581-4ed9-4945-b881-14b492608e41" providerId="ADAL" clId="{ABECA30D-1F61-440D-A559-397E48B7176A}" dt="2021-08-24T10:45:09.884" v="43"/>
          <ac:spMkLst>
            <pc:docMk/>
            <pc:sldMk cId="3150124253" sldId="372"/>
            <ac:spMk id="57" creationId="{D9503F7B-5A55-4B62-B8E2-6ED712656074}"/>
          </ac:spMkLst>
        </pc:spChg>
        <pc:spChg chg="mod">
          <ac:chgData name="Verhagen, R.T. (Ron)" userId="232a7581-4ed9-4945-b881-14b492608e41" providerId="ADAL" clId="{ABECA30D-1F61-440D-A559-397E48B7176A}" dt="2021-08-24T10:45:09.884" v="43"/>
          <ac:spMkLst>
            <pc:docMk/>
            <pc:sldMk cId="3150124253" sldId="372"/>
            <ac:spMk id="58" creationId="{4FD70F35-EB0B-4E99-8EA3-76EE8FC9B943}"/>
          </ac:spMkLst>
        </pc:spChg>
        <pc:grpChg chg="add del mod">
          <ac:chgData name="Verhagen, R.T. (Ron)" userId="232a7581-4ed9-4945-b881-14b492608e41" providerId="ADAL" clId="{ABECA30D-1F61-440D-A559-397E48B7176A}" dt="2021-08-24T10:38:01.557" v="21" actId="478"/>
          <ac:grpSpMkLst>
            <pc:docMk/>
            <pc:sldMk cId="3150124253" sldId="372"/>
            <ac:grpSpMk id="4" creationId="{B1B93FBB-724E-49DB-B99B-02CEE4594051}"/>
          </ac:grpSpMkLst>
        </pc:grpChg>
        <pc:grpChg chg="add del mod">
          <ac:chgData name="Verhagen, R.T. (Ron)" userId="232a7581-4ed9-4945-b881-14b492608e41" providerId="ADAL" clId="{ABECA30D-1F61-440D-A559-397E48B7176A}" dt="2021-08-24T10:38:37.101" v="24" actId="478"/>
          <ac:grpSpMkLst>
            <pc:docMk/>
            <pc:sldMk cId="3150124253" sldId="372"/>
            <ac:grpSpMk id="15" creationId="{D8E82259-094D-4E30-8568-4AD6B358369A}"/>
          </ac:grpSpMkLst>
        </pc:grpChg>
        <pc:grpChg chg="add del mod">
          <ac:chgData name="Verhagen, R.T. (Ron)" userId="232a7581-4ed9-4945-b881-14b492608e41" providerId="ADAL" clId="{ABECA30D-1F61-440D-A559-397E48B7176A}" dt="2021-08-24T10:42:07.840" v="40" actId="478"/>
          <ac:grpSpMkLst>
            <pc:docMk/>
            <pc:sldMk cId="3150124253" sldId="372"/>
            <ac:grpSpMk id="26" creationId="{8EBC3593-0283-49BC-86B9-460C0E480405}"/>
          </ac:grpSpMkLst>
        </pc:grpChg>
        <pc:grpChg chg="add del mod">
          <ac:chgData name="Verhagen, R.T. (Ron)" userId="232a7581-4ed9-4945-b881-14b492608e41" providerId="ADAL" clId="{ABECA30D-1F61-440D-A559-397E48B7176A}" dt="2021-08-24T10:42:11.219" v="42"/>
          <ac:grpSpMkLst>
            <pc:docMk/>
            <pc:sldMk cId="3150124253" sldId="372"/>
            <ac:grpSpMk id="37" creationId="{79B0AD11-EFAB-4DAA-A510-3035226D098D}"/>
          </ac:grpSpMkLst>
        </pc:grpChg>
        <pc:grpChg chg="add mod">
          <ac:chgData name="Verhagen, R.T. (Ron)" userId="232a7581-4ed9-4945-b881-14b492608e41" providerId="ADAL" clId="{ABECA30D-1F61-440D-A559-397E48B7176A}" dt="2021-08-30T11:19:26.132" v="3607" actId="1076"/>
          <ac:grpSpMkLst>
            <pc:docMk/>
            <pc:sldMk cId="3150124253" sldId="372"/>
            <ac:grpSpMk id="48" creationId="{093185FB-C763-4A79-A06D-061EE4FFFCA8}"/>
          </ac:grpSpMkLst>
        </pc:grpChg>
      </pc:sldChg>
      <pc:sldChg chg="addSp modSp new del mod">
        <pc:chgData name="Verhagen, R.T. (Ron)" userId="232a7581-4ed9-4945-b881-14b492608e41" providerId="ADAL" clId="{ABECA30D-1F61-440D-A559-397E48B7176A}" dt="2021-08-30T11:20:23.823" v="3608" actId="47"/>
        <pc:sldMkLst>
          <pc:docMk/>
          <pc:sldMk cId="1916289262" sldId="373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916289262" sldId="373"/>
            <ac:spMk id="2" creationId="{5ECFE683-9307-4A99-B5F6-5D41A522F8CA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1916289262" sldId="373"/>
            <ac:spMk id="3" creationId="{E13FBF44-B145-4988-AFC0-20AC5761199F}"/>
          </ac:spMkLst>
        </pc:spChg>
        <pc:spChg chg="mod">
          <ac:chgData name="Verhagen, R.T. (Ron)" userId="232a7581-4ed9-4945-b881-14b492608e41" providerId="ADAL" clId="{ABECA30D-1F61-440D-A559-397E48B7176A}" dt="2021-08-24T11:14:55.410" v="332"/>
          <ac:spMkLst>
            <pc:docMk/>
            <pc:sldMk cId="1916289262" sldId="373"/>
            <ac:spMk id="5" creationId="{FD9CA65E-EF81-43FF-A488-A520C536DC3D}"/>
          </ac:spMkLst>
        </pc:spChg>
        <pc:spChg chg="mod">
          <ac:chgData name="Verhagen, R.T. (Ron)" userId="232a7581-4ed9-4945-b881-14b492608e41" providerId="ADAL" clId="{ABECA30D-1F61-440D-A559-397E48B7176A}" dt="2021-08-24T11:16:01.901" v="339" actId="207"/>
          <ac:spMkLst>
            <pc:docMk/>
            <pc:sldMk cId="1916289262" sldId="373"/>
            <ac:spMk id="6" creationId="{0AF82D83-618E-4D29-96EE-4BE4D99D8280}"/>
          </ac:spMkLst>
        </pc:spChg>
        <pc:spChg chg="mod">
          <ac:chgData name="Verhagen, R.T. (Ron)" userId="232a7581-4ed9-4945-b881-14b492608e41" providerId="ADAL" clId="{ABECA30D-1F61-440D-A559-397E48B7176A}" dt="2021-08-24T11:14:55.410" v="332"/>
          <ac:spMkLst>
            <pc:docMk/>
            <pc:sldMk cId="1916289262" sldId="373"/>
            <ac:spMk id="7" creationId="{14DF5EC4-EC92-4160-A5B3-5C28641F0FF1}"/>
          </ac:spMkLst>
        </pc:spChg>
        <pc:spChg chg="mod">
          <ac:chgData name="Verhagen, R.T. (Ron)" userId="232a7581-4ed9-4945-b881-14b492608e41" providerId="ADAL" clId="{ABECA30D-1F61-440D-A559-397E48B7176A}" dt="2021-08-24T11:15:59.343" v="338" actId="207"/>
          <ac:spMkLst>
            <pc:docMk/>
            <pc:sldMk cId="1916289262" sldId="373"/>
            <ac:spMk id="8" creationId="{97F7A24F-CBA7-4AA8-A6F7-03A0CB09625D}"/>
          </ac:spMkLst>
        </pc:spChg>
        <pc:spChg chg="mod">
          <ac:chgData name="Verhagen, R.T. (Ron)" userId="232a7581-4ed9-4945-b881-14b492608e41" providerId="ADAL" clId="{ABECA30D-1F61-440D-A559-397E48B7176A}" dt="2021-08-24T11:14:55.410" v="332"/>
          <ac:spMkLst>
            <pc:docMk/>
            <pc:sldMk cId="1916289262" sldId="373"/>
            <ac:spMk id="9" creationId="{6CA3BAD6-3AB8-43CD-B70C-36E020295198}"/>
          </ac:spMkLst>
        </pc:spChg>
        <pc:spChg chg="mod">
          <ac:chgData name="Verhagen, R.T. (Ron)" userId="232a7581-4ed9-4945-b881-14b492608e41" providerId="ADAL" clId="{ABECA30D-1F61-440D-A559-397E48B7176A}" dt="2021-08-24T11:16:32.455" v="340" actId="207"/>
          <ac:spMkLst>
            <pc:docMk/>
            <pc:sldMk cId="1916289262" sldId="373"/>
            <ac:spMk id="10" creationId="{F704B7D6-AD43-412B-9B34-983D3AD73417}"/>
          </ac:spMkLst>
        </pc:spChg>
        <pc:spChg chg="mod">
          <ac:chgData name="Verhagen, R.T. (Ron)" userId="232a7581-4ed9-4945-b881-14b492608e41" providerId="ADAL" clId="{ABECA30D-1F61-440D-A559-397E48B7176A}" dt="2021-08-24T11:14:55.410" v="332"/>
          <ac:spMkLst>
            <pc:docMk/>
            <pc:sldMk cId="1916289262" sldId="373"/>
            <ac:spMk id="11" creationId="{9C451C14-B556-4748-9F92-71D9FBA02787}"/>
          </ac:spMkLst>
        </pc:spChg>
        <pc:spChg chg="mod">
          <ac:chgData name="Verhagen, R.T. (Ron)" userId="232a7581-4ed9-4945-b881-14b492608e41" providerId="ADAL" clId="{ABECA30D-1F61-440D-A559-397E48B7176A}" dt="2021-08-24T11:14:55.410" v="332"/>
          <ac:spMkLst>
            <pc:docMk/>
            <pc:sldMk cId="1916289262" sldId="373"/>
            <ac:spMk id="12" creationId="{ECA0DA86-EABE-4A7C-8554-09242BB6AAB1}"/>
          </ac:spMkLst>
        </pc:spChg>
        <pc:spChg chg="mod">
          <ac:chgData name="Verhagen, R.T. (Ron)" userId="232a7581-4ed9-4945-b881-14b492608e41" providerId="ADAL" clId="{ABECA30D-1F61-440D-A559-397E48B7176A}" dt="2021-08-24T11:14:55.410" v="332"/>
          <ac:spMkLst>
            <pc:docMk/>
            <pc:sldMk cId="1916289262" sldId="373"/>
            <ac:spMk id="13" creationId="{D829F94B-AB47-4CE5-8800-C78B7E08E9E9}"/>
          </ac:spMkLst>
        </pc:spChg>
        <pc:spChg chg="mod">
          <ac:chgData name="Verhagen, R.T. (Ron)" userId="232a7581-4ed9-4945-b881-14b492608e41" providerId="ADAL" clId="{ABECA30D-1F61-440D-A559-397E48B7176A}" dt="2021-08-24T11:14:55.410" v="332"/>
          <ac:spMkLst>
            <pc:docMk/>
            <pc:sldMk cId="1916289262" sldId="373"/>
            <ac:spMk id="14" creationId="{0C04D744-2E70-4EA8-819C-83E3904C7E36}"/>
          </ac:spMkLst>
        </pc:spChg>
        <pc:grpChg chg="add mod">
          <ac:chgData name="Verhagen, R.T. (Ron)" userId="232a7581-4ed9-4945-b881-14b492608e41" providerId="ADAL" clId="{ABECA30D-1F61-440D-A559-397E48B7176A}" dt="2021-08-24T11:14:55.410" v="332"/>
          <ac:grpSpMkLst>
            <pc:docMk/>
            <pc:sldMk cId="1916289262" sldId="373"/>
            <ac:grpSpMk id="4" creationId="{6E4CF402-AC48-4359-ACE1-13A348DFA3A6}"/>
          </ac:grpSpMkLst>
        </pc:grpChg>
      </pc:sldChg>
      <pc:sldChg chg="addSp delSp modSp new mod modNotesTx">
        <pc:chgData name="Verhagen, R.T. (Ron)" userId="232a7581-4ed9-4945-b881-14b492608e41" providerId="ADAL" clId="{ABECA30D-1F61-440D-A559-397E48B7176A}" dt="2021-08-30T11:12:47.115" v="3588"/>
        <pc:sldMkLst>
          <pc:docMk/>
          <pc:sldMk cId="2177978842" sldId="374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177978842" sldId="374"/>
            <ac:spMk id="2" creationId="{FA40D3A5-02E6-4D6B-9768-E31916D5BACA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177978842" sldId="374"/>
            <ac:spMk id="3" creationId="{E9C11AE1-1A17-4B6A-906E-68309A6B410C}"/>
          </ac:spMkLst>
        </pc:spChg>
        <pc:picChg chg="add del mod">
          <ac:chgData name="Verhagen, R.T. (Ron)" userId="232a7581-4ed9-4945-b881-14b492608e41" providerId="ADAL" clId="{ABECA30D-1F61-440D-A559-397E48B7176A}" dt="2021-08-24T14:31:42.462" v="2126"/>
          <ac:picMkLst>
            <pc:docMk/>
            <pc:sldMk cId="2177978842" sldId="374"/>
            <ac:picMk id="4" creationId="{3F11D206-7A6D-453E-9920-9241293422F4}"/>
          </ac:picMkLst>
        </pc:picChg>
        <pc:picChg chg="add mod">
          <ac:chgData name="Verhagen, R.T. (Ron)" userId="232a7581-4ed9-4945-b881-14b492608e41" providerId="ADAL" clId="{ABECA30D-1F61-440D-A559-397E48B7176A}" dt="2021-08-24T14:32:00.536" v="2130" actId="14100"/>
          <ac:picMkLst>
            <pc:docMk/>
            <pc:sldMk cId="2177978842" sldId="374"/>
            <ac:picMk id="5" creationId="{A256BFF7-B642-4CA4-9607-A98DBD474BFC}"/>
          </ac:picMkLst>
        </pc:picChg>
      </pc:sldChg>
      <pc:sldChg chg="modSp add modNotesTx">
        <pc:chgData name="Verhagen, R.T. (Ron)" userId="232a7581-4ed9-4945-b881-14b492608e41" providerId="ADAL" clId="{ABECA30D-1F61-440D-A559-397E48B7176A}" dt="2021-08-30T11:12:47.115" v="3588"/>
        <pc:sldMkLst>
          <pc:docMk/>
          <pc:sldMk cId="3238074775" sldId="375"/>
        </pc:sldMkLst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238074775" sldId="375"/>
            <ac:spMk id="2" creationId="{00000000-0000-0000-0000-000000000000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3238074775" sldId="375"/>
            <ac:spMk id="3" creationId="{00000000-0000-0000-0000-000000000000}"/>
          </ac:spMkLst>
        </pc:spChg>
      </pc:sldChg>
      <pc:sldChg chg="addSp modSp new mod modClrScheme chgLayout">
        <pc:chgData name="Verhagen, R.T. (Ron)" userId="232a7581-4ed9-4945-b881-14b492608e41" providerId="ADAL" clId="{ABECA30D-1F61-440D-A559-397E48B7176A}" dt="2021-08-30T14:30:46.159" v="4162" actId="20577"/>
        <pc:sldMkLst>
          <pc:docMk/>
          <pc:sldMk cId="1756747701" sldId="376"/>
        </pc:sldMkLst>
        <pc:spChg chg="mod ord">
          <ac:chgData name="Verhagen, R.T. (Ron)" userId="232a7581-4ed9-4945-b881-14b492608e41" providerId="ADAL" clId="{ABECA30D-1F61-440D-A559-397E48B7176A}" dt="2021-08-30T11:12:47.115" v="3588"/>
          <ac:spMkLst>
            <pc:docMk/>
            <pc:sldMk cId="1756747701" sldId="376"/>
            <ac:spMk id="2" creationId="{91F96EF4-47A8-43CF-873A-CC94A46AE2DE}"/>
          </ac:spMkLst>
        </pc:spChg>
        <pc:spChg chg="mod ord">
          <ac:chgData name="Verhagen, R.T. (Ron)" userId="232a7581-4ed9-4945-b881-14b492608e41" providerId="ADAL" clId="{ABECA30D-1F61-440D-A559-397E48B7176A}" dt="2021-08-30T11:12:47.115" v="3588"/>
          <ac:spMkLst>
            <pc:docMk/>
            <pc:sldMk cId="1756747701" sldId="376"/>
            <ac:spMk id="3" creationId="{05D74051-B12C-4DBE-A96D-F0AE65211F70}"/>
          </ac:spMkLst>
        </pc:spChg>
        <pc:spChg chg="add mod ord">
          <ac:chgData name="Verhagen, R.T. (Ron)" userId="232a7581-4ed9-4945-b881-14b492608e41" providerId="ADAL" clId="{ABECA30D-1F61-440D-A559-397E48B7176A}" dt="2021-08-30T14:30:46.159" v="4162" actId="20577"/>
          <ac:spMkLst>
            <pc:docMk/>
            <pc:sldMk cId="1756747701" sldId="376"/>
            <ac:spMk id="4" creationId="{6B7FBECA-E049-48DD-B6BB-CAA8E2FB3C3A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6" creationId="{531E10BB-ADD4-4B27-9097-06684AA2346D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7" creationId="{9B62F89C-5319-403B-8916-6439DF3774C8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8" creationId="{0587B9CB-8331-475F-BAD9-049F19C1EE30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9" creationId="{FB9A6D50-8F57-4037-8B1A-D8CD58CEB317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10" creationId="{EEE0032B-366F-468A-99D1-6A8FB0F2824E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11" creationId="{139005DB-3357-4ED9-937E-4EB6BEE13F31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12" creationId="{4DA5BD4E-8C22-4D3A-B3D9-EA72A86E0ABE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13" creationId="{1EAD27E3-FB52-4BA3-8521-FB6506D26DF7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14" creationId="{39D3162C-B5B8-4291-A26A-CA08EB3218C3}"/>
          </ac:spMkLst>
        </pc:spChg>
        <pc:spChg chg="mod">
          <ac:chgData name="Verhagen, R.T. (Ron)" userId="232a7581-4ed9-4945-b881-14b492608e41" providerId="ADAL" clId="{ABECA30D-1F61-440D-A559-397E48B7176A}" dt="2021-08-30T11:22:31.843" v="3734"/>
          <ac:spMkLst>
            <pc:docMk/>
            <pc:sldMk cId="1756747701" sldId="376"/>
            <ac:spMk id="15" creationId="{32A7D676-6AFA-44A5-A3CF-375D720C50A6}"/>
          </ac:spMkLst>
        </pc:spChg>
        <pc:grpChg chg="add mod">
          <ac:chgData name="Verhagen, R.T. (Ron)" userId="232a7581-4ed9-4945-b881-14b492608e41" providerId="ADAL" clId="{ABECA30D-1F61-440D-A559-397E48B7176A}" dt="2021-08-30T11:22:48.486" v="3741" actId="1076"/>
          <ac:grpSpMkLst>
            <pc:docMk/>
            <pc:sldMk cId="1756747701" sldId="376"/>
            <ac:grpSpMk id="5" creationId="{0366BE42-837A-43FE-A2D7-9E2A951B5E7A}"/>
          </ac:grpSpMkLst>
        </pc:grpChg>
      </pc:sldChg>
      <pc:sldChg chg="add del">
        <pc:chgData name="Verhagen, R.T. (Ron)" userId="232a7581-4ed9-4945-b881-14b492608e41" providerId="ADAL" clId="{ABECA30D-1F61-440D-A559-397E48B7176A}" dt="2021-08-30T11:15:27.451" v="3605" actId="47"/>
        <pc:sldMkLst>
          <pc:docMk/>
          <pc:sldMk cId="468517529" sldId="377"/>
        </pc:sldMkLst>
      </pc:sldChg>
      <pc:sldChg chg="add del">
        <pc:chgData name="Verhagen, R.T. (Ron)" userId="232a7581-4ed9-4945-b881-14b492608e41" providerId="ADAL" clId="{ABECA30D-1F61-440D-A559-397E48B7176A}" dt="2021-08-30T08:58:58.538" v="3577" actId="27028"/>
        <pc:sldMkLst>
          <pc:docMk/>
          <pc:sldMk cId="1214073215" sldId="377"/>
        </pc:sldMkLst>
      </pc:sldChg>
      <pc:sldChg chg="modSp del mod modNotesTx">
        <pc:chgData name="Verhagen, R.T. (Ron)" userId="232a7581-4ed9-4945-b881-14b492608e41" providerId="ADAL" clId="{ABECA30D-1F61-440D-A559-397E48B7176A}" dt="2021-08-30T11:22:51.227" v="3742" actId="47"/>
        <pc:sldMkLst>
          <pc:docMk/>
          <pc:sldMk cId="1536781303" sldId="377"/>
        </pc:sldMkLst>
        <pc:spChg chg="mod">
          <ac:chgData name="Verhagen, R.T. (Ron)" userId="232a7581-4ed9-4945-b881-14b492608e41" providerId="ADAL" clId="{ABECA30D-1F61-440D-A559-397E48B7176A}" dt="2021-08-30T11:20:35.622" v="3609" actId="207"/>
          <ac:spMkLst>
            <pc:docMk/>
            <pc:sldMk cId="1536781303" sldId="377"/>
            <ac:spMk id="50" creationId="{54D3E4B4-7941-47E3-94E9-DB387CED6DD4}"/>
          </ac:spMkLst>
        </pc:spChg>
        <pc:spChg chg="mod">
          <ac:chgData name="Verhagen, R.T. (Ron)" userId="232a7581-4ed9-4945-b881-14b492608e41" providerId="ADAL" clId="{ABECA30D-1F61-440D-A559-397E48B7176A}" dt="2021-08-30T11:20:38.043" v="3610" actId="207"/>
          <ac:spMkLst>
            <pc:docMk/>
            <pc:sldMk cId="1536781303" sldId="377"/>
            <ac:spMk id="52" creationId="{8FEAB7D0-51C1-4667-8172-DD1A408675B8}"/>
          </ac:spMkLst>
        </pc:spChg>
        <pc:spChg chg="mod">
          <ac:chgData name="Verhagen, R.T. (Ron)" userId="232a7581-4ed9-4945-b881-14b492608e41" providerId="ADAL" clId="{ABECA30D-1F61-440D-A559-397E48B7176A}" dt="2021-08-30T11:20:42.149" v="3611" actId="207"/>
          <ac:spMkLst>
            <pc:docMk/>
            <pc:sldMk cId="1536781303" sldId="377"/>
            <ac:spMk id="54" creationId="{362040A4-D780-4FF8-9544-08B72372846C}"/>
          </ac:spMkLst>
        </pc:spChg>
      </pc:sldChg>
      <pc:sldChg chg="modSp add del mod">
        <pc:chgData name="Verhagen, R.T. (Ron)" userId="232a7581-4ed9-4945-b881-14b492608e41" providerId="ADAL" clId="{ABECA30D-1F61-440D-A559-397E48B7176A}" dt="2021-08-30T11:14:15.308" v="3596" actId="47"/>
        <pc:sldMkLst>
          <pc:docMk/>
          <pc:sldMk cId="2384077831" sldId="377"/>
        </pc:sldMkLst>
        <pc:spChg chg="mod">
          <ac:chgData name="Verhagen, R.T. (Ron)" userId="232a7581-4ed9-4945-b881-14b492608e41" providerId="ADAL" clId="{ABECA30D-1F61-440D-A559-397E48B7176A}" dt="2021-08-30T11:13:12.621" v="3592"/>
          <ac:spMkLst>
            <pc:docMk/>
            <pc:sldMk cId="2384077831" sldId="377"/>
            <ac:spMk id="2" creationId="{79CB8385-8EBB-4724-B2E9-8AAE5C374551}"/>
          </ac:spMkLst>
        </pc:spChg>
        <pc:spChg chg="mod">
          <ac:chgData name="Verhagen, R.T. (Ron)" userId="232a7581-4ed9-4945-b881-14b492608e41" providerId="ADAL" clId="{ABECA30D-1F61-440D-A559-397E48B7176A}" dt="2021-08-30T11:12:47.115" v="3588"/>
          <ac:spMkLst>
            <pc:docMk/>
            <pc:sldMk cId="2384077831" sldId="377"/>
            <ac:spMk id="3" creationId="{0892A43E-BF9A-40DB-8BBF-BF31F46F8EF1}"/>
          </ac:spMkLst>
        </pc:spChg>
        <pc:spChg chg="mod">
          <ac:chgData name="Verhagen, R.T. (Ron)" userId="232a7581-4ed9-4945-b881-14b492608e41" providerId="ADAL" clId="{ABECA30D-1F61-440D-A559-397E48B7176A}" dt="2021-08-30T11:12:20.523" v="3582" actId="207"/>
          <ac:spMkLst>
            <pc:docMk/>
            <pc:sldMk cId="2384077831" sldId="377"/>
            <ac:spMk id="50" creationId="{54D3E4B4-7941-47E3-94E9-DB387CED6DD4}"/>
          </ac:spMkLst>
        </pc:spChg>
        <pc:spChg chg="mod">
          <ac:chgData name="Verhagen, R.T. (Ron)" userId="232a7581-4ed9-4945-b881-14b492608e41" providerId="ADAL" clId="{ABECA30D-1F61-440D-A559-397E48B7176A}" dt="2021-08-30T11:12:18.647" v="3581" actId="207"/>
          <ac:spMkLst>
            <pc:docMk/>
            <pc:sldMk cId="2384077831" sldId="377"/>
            <ac:spMk id="52" creationId="{8FEAB7D0-51C1-4667-8172-DD1A408675B8}"/>
          </ac:spMkLst>
        </pc:spChg>
        <pc:spChg chg="mod">
          <ac:chgData name="Verhagen, R.T. (Ron)" userId="232a7581-4ed9-4945-b881-14b492608e41" providerId="ADAL" clId="{ABECA30D-1F61-440D-A559-397E48B7176A}" dt="2021-08-30T11:12:14.081" v="3580" actId="207"/>
          <ac:spMkLst>
            <pc:docMk/>
            <pc:sldMk cId="2384077831" sldId="377"/>
            <ac:spMk id="54" creationId="{362040A4-D780-4FF8-9544-08B72372846C}"/>
          </ac:spMkLst>
        </pc:spChg>
      </pc:sldChg>
      <pc:sldChg chg="new del">
        <pc:chgData name="Verhagen, R.T. (Ron)" userId="232a7581-4ed9-4945-b881-14b492608e41" providerId="ADAL" clId="{ABECA30D-1F61-440D-A559-397E48B7176A}" dt="2021-08-30T08:25:45.206" v="3349" actId="680"/>
        <pc:sldMkLst>
          <pc:docMk/>
          <pc:sldMk cId="3037993254" sldId="377"/>
        </pc:sldMkLst>
      </pc:sldChg>
      <pc:sldChg chg="add del">
        <pc:chgData name="Verhagen, R.T. (Ron)" userId="232a7581-4ed9-4945-b881-14b492608e41" providerId="ADAL" clId="{ABECA30D-1F61-440D-A559-397E48B7176A}" dt="2021-08-30T11:15:26.652" v="3604" actId="47"/>
        <pc:sldMkLst>
          <pc:docMk/>
          <pc:sldMk cId="589559038" sldId="378"/>
        </pc:sldMkLst>
      </pc:sldChg>
      <pc:sldChg chg="add del">
        <pc:chgData name="Verhagen, R.T. (Ron)" userId="232a7581-4ed9-4945-b881-14b492608e41" providerId="ADAL" clId="{ABECA30D-1F61-440D-A559-397E48B7176A}" dt="2021-08-30T11:15:14.036" v="3601" actId="47"/>
        <pc:sldMkLst>
          <pc:docMk/>
          <pc:sldMk cId="1386803184" sldId="378"/>
        </pc:sldMkLst>
      </pc:sldChg>
      <pc:sldMasterChg chg="add del addSldLayout delSldLayout">
        <pc:chgData name="Verhagen, R.T. (Ron)" userId="232a7581-4ed9-4945-b881-14b492608e41" providerId="ADAL" clId="{ABECA30D-1F61-440D-A559-397E48B7176A}" dt="2021-08-30T08:58:58.538" v="3577" actId="27028"/>
        <pc:sldMasterMkLst>
          <pc:docMk/>
          <pc:sldMasterMk cId="796835702" sldId="2147483648"/>
        </pc:sldMasterMkLst>
        <pc:sldLayoutChg chg="add del">
          <pc:chgData name="Verhagen, R.T. (Ron)" userId="232a7581-4ed9-4945-b881-14b492608e41" providerId="ADAL" clId="{ABECA30D-1F61-440D-A559-397E48B7176A}" dt="2021-08-30T08:58:58.538" v="3577" actId="27028"/>
          <pc:sldLayoutMkLst>
            <pc:docMk/>
            <pc:sldMasterMk cId="796835702" sldId="2147483648"/>
            <pc:sldLayoutMk cId="620151799" sldId="2147483649"/>
          </pc:sldLayoutMkLst>
        </pc:sldLayoutChg>
      </pc:sldMasterChg>
      <pc:sldMasterChg chg="add addSldLayout">
        <pc:chgData name="Verhagen, R.T. (Ron)" userId="232a7581-4ed9-4945-b881-14b492608e41" providerId="ADAL" clId="{ABECA30D-1F61-440D-A559-397E48B7176A}" dt="2021-08-30T11:15:11.237" v="3597" actId="27028"/>
        <pc:sldMasterMkLst>
          <pc:docMk/>
          <pc:sldMasterMk cId="3046316517" sldId="2147485030"/>
        </pc:sldMasterMkLst>
        <pc:sldLayoutChg chg="add">
          <pc:chgData name="Verhagen, R.T. (Ron)" userId="232a7581-4ed9-4945-b881-14b492608e41" providerId="ADAL" clId="{ABECA30D-1F61-440D-A559-397E48B7176A}" dt="2021-08-30T11:15:11.237" v="3597" actId="27028"/>
          <pc:sldLayoutMkLst>
            <pc:docMk/>
            <pc:sldMasterMk cId="3046316517" sldId="2147485030"/>
            <pc:sldLayoutMk cId="4172141994" sldId="2147485031"/>
          </pc:sldLayoutMkLst>
        </pc:sldLayoutChg>
      </pc:sldMasterChg>
      <pc:sldMasterChg chg="add replId addSldLayout modSldLayout">
        <pc:chgData name="Verhagen, R.T. (Ron)" userId="232a7581-4ed9-4945-b881-14b492608e41" providerId="ADAL" clId="{ABECA30D-1F61-440D-A559-397E48B7176A}" dt="2021-08-30T11:15:11.237" v="3597" actId="27028"/>
        <pc:sldMasterMkLst>
          <pc:docMk/>
          <pc:sldMasterMk cId="0" sldId="2147485033"/>
        </pc:sldMasterMkLst>
        <pc:sldLayoutChg chg="add replId">
          <pc:chgData name="Verhagen, R.T. (Ron)" userId="232a7581-4ed9-4945-b881-14b492608e41" providerId="ADAL" clId="{ABECA30D-1F61-440D-A559-397E48B7176A}" dt="2021-08-30T11:15:11.237" v="3597" actId="27028"/>
          <pc:sldLayoutMkLst>
            <pc:docMk/>
            <pc:sldMasterMk cId="0" sldId="2147485033"/>
            <pc:sldLayoutMk cId="649899190" sldId="2147485034"/>
          </pc:sldLayoutMkLst>
        </pc:sldLayoutChg>
      </pc:sldMasterChg>
    </pc:docChg>
  </pc:docChgLst>
  <pc:docChgLst>
    <pc:chgData name="Verhagen, R.T. (Ron)" userId="232a7581-4ed9-4945-b881-14b492608e41" providerId="ADAL" clId="{CBF63511-0657-477E-B9EF-37FED7CF0A75}"/>
    <pc:docChg chg="addSld delSld modSld">
      <pc:chgData name="Verhagen, R.T. (Ron)" userId="232a7581-4ed9-4945-b881-14b492608e41" providerId="ADAL" clId="{CBF63511-0657-477E-B9EF-37FED7CF0A75}" dt="2021-09-27T09:38:02.526" v="122" actId="20577"/>
      <pc:docMkLst>
        <pc:docMk/>
      </pc:docMkLst>
      <pc:sldChg chg="modSp new del mod">
        <pc:chgData name="Verhagen, R.T. (Ron)" userId="232a7581-4ed9-4945-b881-14b492608e41" providerId="ADAL" clId="{CBF63511-0657-477E-B9EF-37FED7CF0A75}" dt="2021-09-27T09:36:52.527" v="27" actId="47"/>
        <pc:sldMkLst>
          <pc:docMk/>
          <pc:sldMk cId="579455296" sldId="377"/>
        </pc:sldMkLst>
        <pc:spChg chg="mod">
          <ac:chgData name="Verhagen, R.T. (Ron)" userId="232a7581-4ed9-4945-b881-14b492608e41" providerId="ADAL" clId="{CBF63511-0657-477E-B9EF-37FED7CF0A75}" dt="2021-09-27T09:36:26.854" v="20" actId="20577"/>
          <ac:spMkLst>
            <pc:docMk/>
            <pc:sldMk cId="579455296" sldId="377"/>
            <ac:spMk id="2" creationId="{BB40BE3B-BE97-4A71-874D-82BD3A6F9776}"/>
          </ac:spMkLst>
        </pc:spChg>
        <pc:spChg chg="mod">
          <ac:chgData name="Verhagen, R.T. (Ron)" userId="232a7581-4ed9-4945-b881-14b492608e41" providerId="ADAL" clId="{CBF63511-0657-477E-B9EF-37FED7CF0A75}" dt="2021-09-27T09:36:40.584" v="25" actId="20577"/>
          <ac:spMkLst>
            <pc:docMk/>
            <pc:sldMk cId="579455296" sldId="377"/>
            <ac:spMk id="3" creationId="{BF1DBDE6-721F-4C9E-80FC-FBB26956D87B}"/>
          </ac:spMkLst>
        </pc:spChg>
      </pc:sldChg>
      <pc:sldChg chg="modSp add mod">
        <pc:chgData name="Verhagen, R.T. (Ron)" userId="232a7581-4ed9-4945-b881-14b492608e41" providerId="ADAL" clId="{CBF63511-0657-477E-B9EF-37FED7CF0A75}" dt="2021-09-27T09:38:02.526" v="122" actId="20577"/>
        <pc:sldMkLst>
          <pc:docMk/>
          <pc:sldMk cId="3160342035" sldId="378"/>
        </pc:sldMkLst>
        <pc:spChg chg="mod">
          <ac:chgData name="Verhagen, R.T. (Ron)" userId="232a7581-4ed9-4945-b881-14b492608e41" providerId="ADAL" clId="{CBF63511-0657-477E-B9EF-37FED7CF0A75}" dt="2021-09-27T09:38:02.526" v="122" actId="20577"/>
          <ac:spMkLst>
            <pc:docMk/>
            <pc:sldMk cId="3160342035" sldId="378"/>
            <ac:spMk id="6" creationId="{0C2C651C-DCE0-4613-8D3D-D7648E146FC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686B01C-E1B4-41AF-8165-68A41D199769}" type="datetimeFigureOut">
              <a:rPr lang="nl-NL"/>
              <a:pPr/>
              <a:t>16-7-2026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F05877-8D3E-4285-BAAF-3351F2AEBA7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2020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5800" y="685800"/>
            <a:ext cx="54864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tekststijl van het model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F87DA649-BF1A-4B9E-B469-B5F2A720E3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71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23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41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 is er </a:t>
            </a:r>
            <a:r>
              <a:rPr lang="en-US" dirty="0" err="1"/>
              <a:t>nodig</a:t>
            </a:r>
            <a:r>
              <a:rPr lang="en-US" dirty="0"/>
              <a:t> om de input </a:t>
            </a:r>
            <a:r>
              <a:rPr lang="en-US" dirty="0" err="1"/>
              <a:t>en</a:t>
            </a:r>
            <a:r>
              <a:rPr lang="en-US" dirty="0"/>
              <a:t> de </a:t>
            </a:r>
            <a:r>
              <a:rPr lang="en-US" dirty="0" err="1"/>
              <a:t>instructies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verwerken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om de output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sturen</a:t>
            </a:r>
            <a:r>
              <a:rPr lang="en-US" dirty="0"/>
              <a:t>?</a:t>
            </a:r>
          </a:p>
          <a:p>
            <a:r>
              <a:rPr lang="en-US" dirty="0"/>
              <a:t>	- Memory</a:t>
            </a:r>
          </a:p>
          <a:p>
            <a:r>
              <a:rPr lang="en-US" dirty="0"/>
              <a:t>	- IO</a:t>
            </a:r>
          </a:p>
          <a:p>
            <a:r>
              <a:rPr lang="en-US" dirty="0"/>
              <a:t>	- CPU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68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</a:t>
            </a:r>
            <a:r>
              <a:rPr lang="en-US" dirty="0" err="1"/>
              <a:t>soorten</a:t>
            </a:r>
            <a:r>
              <a:rPr lang="en-US" dirty="0"/>
              <a:t> </a:t>
            </a:r>
            <a:r>
              <a:rPr lang="en-US" dirty="0" err="1"/>
              <a:t>bussen</a:t>
            </a:r>
            <a:r>
              <a:rPr lang="en-US" dirty="0"/>
              <a:t>, wat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functionaliteit</a:t>
            </a:r>
            <a:r>
              <a:rPr lang="en-US" dirty="0"/>
              <a:t> </a:t>
            </a:r>
            <a:r>
              <a:rPr lang="en-US" dirty="0" err="1"/>
              <a:t>brengen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bussen</a:t>
            </a:r>
            <a:r>
              <a:rPr lang="en-US" dirty="0"/>
              <a:t>?</a:t>
            </a:r>
          </a:p>
          <a:p>
            <a:r>
              <a:rPr lang="en-US" dirty="0"/>
              <a:t>	- </a:t>
            </a:r>
            <a:r>
              <a:rPr lang="en-US" dirty="0" err="1"/>
              <a:t>databus</a:t>
            </a:r>
            <a:r>
              <a:rPr lang="en-US" dirty="0"/>
              <a:t> -&gt; </a:t>
            </a:r>
            <a:r>
              <a:rPr lang="en-US" dirty="0" err="1"/>
              <a:t>overdracht</a:t>
            </a:r>
            <a:r>
              <a:rPr lang="en-US" dirty="0"/>
              <a:t> van data</a:t>
            </a:r>
          </a:p>
          <a:p>
            <a:r>
              <a:rPr lang="en-US" dirty="0"/>
              <a:t>	- </a:t>
            </a:r>
            <a:r>
              <a:rPr lang="en-US" dirty="0" err="1"/>
              <a:t>adresbus</a:t>
            </a:r>
            <a:r>
              <a:rPr lang="en-US" dirty="0"/>
              <a:t> -&gt; </a:t>
            </a:r>
            <a:r>
              <a:rPr lang="en-US" dirty="0" err="1"/>
              <a:t>Adres</a:t>
            </a:r>
            <a:r>
              <a:rPr lang="en-US" dirty="0"/>
              <a:t> </a:t>
            </a:r>
            <a:r>
              <a:rPr lang="en-US" dirty="0" err="1"/>
              <a:t>waar</a:t>
            </a:r>
            <a:r>
              <a:rPr lang="en-US" dirty="0"/>
              <a:t> de data </a:t>
            </a:r>
            <a:r>
              <a:rPr lang="en-US" dirty="0" err="1"/>
              <a:t>gelezen</a:t>
            </a:r>
            <a:r>
              <a:rPr lang="en-US" dirty="0"/>
              <a:t> of </a:t>
            </a:r>
            <a:r>
              <a:rPr lang="en-US" dirty="0" err="1"/>
              <a:t>geschreven</a:t>
            </a:r>
            <a:r>
              <a:rPr lang="en-US" dirty="0"/>
              <a:t> </a:t>
            </a:r>
            <a:r>
              <a:rPr lang="en-US" dirty="0" err="1"/>
              <a:t>wordt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controlebus</a:t>
            </a:r>
            <a:r>
              <a:rPr lang="en-US" dirty="0"/>
              <a:t> -&gt; </a:t>
            </a:r>
            <a:r>
              <a:rPr lang="en-US" dirty="0" err="1"/>
              <a:t>Overige</a:t>
            </a:r>
            <a:r>
              <a:rPr lang="en-US" dirty="0"/>
              <a:t> </a:t>
            </a:r>
            <a:r>
              <a:rPr lang="en-US" dirty="0" err="1"/>
              <a:t>signalen</a:t>
            </a:r>
            <a:r>
              <a:rPr lang="en-US" dirty="0"/>
              <a:t> </a:t>
            </a:r>
            <a:r>
              <a:rPr lang="en-US" dirty="0" err="1"/>
              <a:t>zoals</a:t>
            </a:r>
            <a:r>
              <a:rPr lang="en-US" dirty="0"/>
              <a:t> R/W, VMA/VPA	</a:t>
            </a:r>
          </a:p>
          <a:p>
            <a:r>
              <a:rPr lang="en-US" dirty="0" err="1"/>
              <a:t>Zo’n</a:t>
            </a:r>
            <a:r>
              <a:rPr lang="en-US" dirty="0"/>
              <a:t> </a:t>
            </a:r>
            <a:r>
              <a:rPr lang="en-US" dirty="0" err="1"/>
              <a:t>databus</a:t>
            </a:r>
            <a:r>
              <a:rPr lang="en-US" dirty="0"/>
              <a:t>, </a:t>
            </a:r>
            <a:r>
              <a:rPr lang="en-US" dirty="0" err="1"/>
              <a:t>waar</a:t>
            </a:r>
            <a:r>
              <a:rPr lang="en-US" dirty="0"/>
              <a:t> is die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opgebouwd</a:t>
            </a:r>
            <a:r>
              <a:rPr lang="en-US" dirty="0"/>
              <a:t>?</a:t>
            </a:r>
          </a:p>
          <a:p>
            <a:r>
              <a:rPr lang="en-US" dirty="0"/>
              <a:t>	- </a:t>
            </a:r>
            <a:r>
              <a:rPr lang="en-US" dirty="0" err="1"/>
              <a:t>aantal</a:t>
            </a:r>
            <a:r>
              <a:rPr lang="en-US" dirty="0"/>
              <a:t> bits </a:t>
            </a:r>
            <a:r>
              <a:rPr lang="en-US" dirty="0" err="1"/>
              <a:t>afhankelijk</a:t>
            </a:r>
            <a:r>
              <a:rPr lang="en-US" dirty="0"/>
              <a:t> van CPU: 8, 16, 32, 64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54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5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Even kort ELE10 weer opfrissen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 is RAM </a:t>
            </a:r>
            <a:r>
              <a:rPr lang="en-US" dirty="0" err="1"/>
              <a:t>eigenlijk</a:t>
            </a:r>
            <a:r>
              <a:rPr lang="en-US" dirty="0"/>
              <a:t>? Random Access Memory</a:t>
            </a:r>
          </a:p>
          <a:p>
            <a:pPr marL="171450" indent="-171450">
              <a:buFontTx/>
              <a:buChar char="-"/>
            </a:pPr>
            <a:r>
              <a:rPr lang="en-US" dirty="0"/>
              <a:t>Wat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bedoeld</a:t>
            </a:r>
            <a:r>
              <a:rPr lang="en-US" dirty="0"/>
              <a:t> met Random Access?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Waarom</a:t>
            </a:r>
            <a:r>
              <a:rPr lang="en-US" dirty="0"/>
              <a:t> is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belangrijk</a:t>
            </a:r>
            <a:r>
              <a:rPr lang="en-US" dirty="0"/>
              <a:t>?</a:t>
            </a:r>
          </a:p>
          <a:p>
            <a:r>
              <a:rPr lang="en-US" dirty="0"/>
              <a:t>In de </a:t>
            </a:r>
            <a:r>
              <a:rPr lang="en-US" dirty="0" err="1"/>
              <a:t>klas</a:t>
            </a:r>
            <a:r>
              <a:rPr lang="en-US" dirty="0"/>
              <a:t> </a:t>
            </a:r>
            <a:r>
              <a:rPr lang="en-US" dirty="0" err="1"/>
              <a:t>vragen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wat de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onderdelen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.</a:t>
            </a:r>
          </a:p>
          <a:p>
            <a:r>
              <a:rPr lang="en-US" dirty="0"/>
              <a:t>- </a:t>
            </a:r>
            <a:r>
              <a:rPr lang="en-US" dirty="0" err="1"/>
              <a:t>Adreslijnen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Datalijnen</a:t>
            </a:r>
            <a:endParaRPr lang="en-US" dirty="0"/>
          </a:p>
          <a:p>
            <a:r>
              <a:rPr lang="en-US" dirty="0"/>
              <a:t>- CS</a:t>
            </a:r>
          </a:p>
          <a:p>
            <a:r>
              <a:rPr lang="en-US" dirty="0"/>
              <a:t>- R/W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43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zien we hier?</a:t>
            </a:r>
          </a:p>
          <a:p>
            <a:r>
              <a:rPr lang="nl-NL" dirty="0"/>
              <a:t>- Teken eventueel een ladekast met geheugenplekjes erop om te visualiseren.</a:t>
            </a:r>
          </a:p>
          <a:p>
            <a:r>
              <a:rPr lang="nl-NL" dirty="0"/>
              <a:t>Hoeveel adressen heeft deze RAM module</a:t>
            </a:r>
          </a:p>
          <a:p>
            <a:r>
              <a:rPr lang="nl-NL" dirty="0"/>
              <a:t>Hoeveel bits kunnen opgeslagen worden per geheugenplek?</a:t>
            </a:r>
          </a:p>
          <a:p>
            <a:r>
              <a:rPr lang="nl-NL" dirty="0"/>
              <a:t>Wat betekent dus de 258 * 8?</a:t>
            </a:r>
          </a:p>
          <a:p>
            <a:endParaRPr lang="nl-NL" dirty="0"/>
          </a:p>
          <a:p>
            <a:r>
              <a:rPr lang="nl-NL" dirty="0"/>
              <a:t>Wat is VMA? (en VPA)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3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Hier</a:t>
            </a:r>
            <a:r>
              <a:rPr lang="en-US" dirty="0"/>
              <a:t> de </a:t>
            </a:r>
            <a:r>
              <a:rPr lang="en-US" dirty="0" err="1"/>
              <a:t>opbouw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RAM module.</a:t>
            </a:r>
          </a:p>
          <a:p>
            <a:r>
              <a:rPr lang="en-US" dirty="0" err="1"/>
              <a:t>Hoeveel</a:t>
            </a:r>
            <a:r>
              <a:rPr lang="en-US" dirty="0"/>
              <a:t> </a:t>
            </a:r>
            <a:r>
              <a:rPr lang="en-US" dirty="0" err="1"/>
              <a:t>geheugen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elke</a:t>
            </a:r>
            <a:r>
              <a:rPr lang="en-US" dirty="0"/>
              <a:t> module?</a:t>
            </a:r>
          </a:p>
          <a:p>
            <a:r>
              <a:rPr lang="en-US" dirty="0" err="1"/>
              <a:t>Hoeveel</a:t>
            </a:r>
            <a:r>
              <a:rPr lang="en-US" dirty="0"/>
              <a:t> </a:t>
            </a:r>
            <a:r>
              <a:rPr lang="en-US" dirty="0" err="1"/>
              <a:t>adres</a:t>
            </a:r>
            <a:r>
              <a:rPr lang="en-US" dirty="0"/>
              <a:t> </a:t>
            </a:r>
            <a:r>
              <a:rPr lang="en-US" dirty="0" err="1"/>
              <a:t>lijnen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hoeveel</a:t>
            </a:r>
            <a:r>
              <a:rPr lang="en-US" dirty="0"/>
              <a:t> </a:t>
            </a:r>
            <a:r>
              <a:rPr lang="en-US" dirty="0" err="1"/>
              <a:t>geheugen</a:t>
            </a:r>
            <a:r>
              <a:rPr lang="en-US" dirty="0"/>
              <a:t>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moeten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?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9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Schema is uit boek, maar klopt niet.</a:t>
            </a:r>
          </a:p>
          <a:p>
            <a:r>
              <a:rPr lang="nl-NL" dirty="0"/>
              <a:t>Studenten uit laten werken met de opmerking dat het schema niet correct is: Waarom niet?</a:t>
            </a:r>
          </a:p>
          <a:p>
            <a:endParaRPr lang="nl-NL" dirty="0"/>
          </a:p>
          <a:p>
            <a:pPr marL="171450" indent="-171450">
              <a:buFontTx/>
              <a:buChar char="-"/>
            </a:pPr>
            <a:r>
              <a:rPr lang="nl-NL" dirty="0"/>
              <a:t>Read en </a:t>
            </a:r>
            <a:r>
              <a:rPr lang="nl-NL" dirty="0" err="1"/>
              <a:t>write</a:t>
            </a:r>
            <a:r>
              <a:rPr lang="nl-NL" dirty="0"/>
              <a:t> zijn 1 signaal, 1 = </a:t>
            </a:r>
            <a:r>
              <a:rPr lang="nl-NL" dirty="0" err="1"/>
              <a:t>read</a:t>
            </a:r>
            <a:r>
              <a:rPr lang="nl-NL" dirty="0"/>
              <a:t>, 0 is </a:t>
            </a:r>
            <a:r>
              <a:rPr lang="nl-NL" dirty="0" err="1"/>
              <a:t>write</a:t>
            </a:r>
            <a:r>
              <a:rPr lang="nl-NL" dirty="0"/>
              <a:t>.</a:t>
            </a:r>
          </a:p>
          <a:p>
            <a:pPr marL="171450" indent="-171450">
              <a:buFontTx/>
              <a:buChar char="-"/>
            </a:pPr>
            <a:r>
              <a:rPr lang="nl-NL" dirty="0"/>
              <a:t>De CS mist, waardoor er altijd een select hoog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3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Simpel</a:t>
            </a:r>
            <a:r>
              <a:rPr lang="en-US" dirty="0"/>
              <a:t> register met 8 bits.</a:t>
            </a:r>
          </a:p>
          <a:p>
            <a:endParaRPr lang="en-US" dirty="0"/>
          </a:p>
          <a:p>
            <a:r>
              <a:rPr lang="en-US" dirty="0" err="1"/>
              <a:t>Waar</a:t>
            </a:r>
            <a:r>
              <a:rPr lang="en-US" dirty="0"/>
              <a:t> is </a:t>
            </a:r>
            <a:r>
              <a:rPr lang="en-US" dirty="0" err="1"/>
              <a:t>zo’n</a:t>
            </a:r>
            <a:r>
              <a:rPr lang="en-US" dirty="0"/>
              <a:t> register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opgebouwd</a:t>
            </a:r>
            <a:r>
              <a:rPr lang="en-US" dirty="0"/>
              <a:t>?</a:t>
            </a:r>
          </a:p>
          <a:p>
            <a:r>
              <a:rPr lang="en-US" dirty="0"/>
              <a:t>	- flipflops</a:t>
            </a:r>
          </a:p>
          <a:p>
            <a:r>
              <a:rPr lang="en-US" dirty="0"/>
              <a:t>		- </a:t>
            </a:r>
            <a:r>
              <a:rPr lang="en-US" dirty="0" err="1"/>
              <a:t>Ingangswaarde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uitgang</a:t>
            </a:r>
            <a:r>
              <a:rPr lang="en-US" dirty="0"/>
              <a:t> </a:t>
            </a:r>
            <a:r>
              <a:rPr lang="en-US" dirty="0" err="1"/>
              <a:t>geschreven</a:t>
            </a:r>
            <a:r>
              <a:rPr lang="en-US" dirty="0"/>
              <a:t>/</a:t>
            </a:r>
            <a:r>
              <a:rPr lang="en-US" dirty="0" err="1"/>
              <a:t>opgeslagen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opgaande</a:t>
            </a:r>
            <a:r>
              <a:rPr lang="en-US" dirty="0"/>
              <a:t> flank.</a:t>
            </a:r>
          </a:p>
          <a:p>
            <a:r>
              <a:rPr lang="en-US" dirty="0"/>
              <a:t>A </a:t>
            </a:r>
            <a:r>
              <a:rPr lang="en-US" dirty="0" err="1"/>
              <a:t>schrijft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B (</a:t>
            </a:r>
            <a:r>
              <a:rPr lang="en-US" dirty="0" err="1"/>
              <a:t>leest</a:t>
            </a:r>
            <a:r>
              <a:rPr lang="en-US" dirty="0"/>
              <a:t> in met </a:t>
            </a:r>
            <a:r>
              <a:rPr lang="en-US" dirty="0" err="1"/>
              <a:t>clockpuls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Hoe </a:t>
            </a:r>
            <a:r>
              <a:rPr lang="en-US" dirty="0" err="1"/>
              <a:t>breiden</a:t>
            </a:r>
            <a:r>
              <a:rPr lang="en-US" dirty="0"/>
              <a:t> we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zodat</a:t>
            </a:r>
            <a:r>
              <a:rPr lang="en-US" dirty="0"/>
              <a:t> A </a:t>
            </a:r>
            <a:r>
              <a:rPr lang="en-US" dirty="0" err="1"/>
              <a:t>naar</a:t>
            </a:r>
            <a:r>
              <a:rPr lang="en-US" dirty="0"/>
              <a:t> 2 of </a:t>
            </a:r>
            <a:r>
              <a:rPr lang="en-US" dirty="0" err="1"/>
              <a:t>meer</a:t>
            </a:r>
            <a:r>
              <a:rPr lang="en-US" dirty="0"/>
              <a:t> registers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schrijven</a:t>
            </a:r>
            <a:r>
              <a:rPr lang="en-US" dirty="0"/>
              <a:t>?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97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: Wat </a:t>
            </a:r>
            <a:r>
              <a:rPr lang="en-US" dirty="0" err="1"/>
              <a:t>moet</a:t>
            </a:r>
            <a:r>
              <a:rPr lang="en-US" dirty="0"/>
              <a:t> er </a:t>
            </a:r>
            <a:r>
              <a:rPr lang="en-US" dirty="0" err="1"/>
              <a:t>gebeuren</a:t>
            </a:r>
            <a:r>
              <a:rPr lang="en-US" dirty="0"/>
              <a:t> om </a:t>
            </a:r>
            <a:r>
              <a:rPr lang="en-US" dirty="0" err="1"/>
              <a:t>ook</a:t>
            </a:r>
            <a:r>
              <a:rPr lang="en-US" dirty="0"/>
              <a:t> de data van B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schrijven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A </a:t>
            </a:r>
            <a:r>
              <a:rPr lang="en-US" dirty="0" err="1"/>
              <a:t>en</a:t>
            </a:r>
            <a:r>
              <a:rPr lang="en-US" dirty="0"/>
              <a:t> C? Zo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C </a:t>
            </a:r>
            <a:r>
              <a:rPr lang="en-US" dirty="0" err="1"/>
              <a:t>naar</a:t>
            </a:r>
            <a:r>
              <a:rPr lang="en-US" dirty="0"/>
              <a:t> A </a:t>
            </a:r>
            <a:r>
              <a:rPr lang="en-US" dirty="0" err="1"/>
              <a:t>en</a:t>
            </a:r>
            <a:r>
              <a:rPr lang="en-US" dirty="0"/>
              <a:t> B.</a:t>
            </a:r>
          </a:p>
          <a:p>
            <a:r>
              <a:rPr lang="en-US" dirty="0"/>
              <a:t> 	- Direct </a:t>
            </a:r>
            <a:r>
              <a:rPr lang="en-US" dirty="0" err="1"/>
              <a:t>verbinden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, dan is er </a:t>
            </a:r>
            <a:r>
              <a:rPr lang="en-US" dirty="0" err="1"/>
              <a:t>kortsluiting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Denk</a:t>
            </a:r>
            <a:r>
              <a:rPr lang="en-US" dirty="0"/>
              <a:t> </a:t>
            </a:r>
            <a:r>
              <a:rPr lang="en-US" dirty="0" err="1"/>
              <a:t>eerst</a:t>
            </a:r>
            <a:r>
              <a:rPr lang="en-US" dirty="0"/>
              <a:t>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(ELE10/ELE20)</a:t>
            </a:r>
          </a:p>
          <a:p>
            <a:r>
              <a:rPr lang="en-US" dirty="0"/>
              <a:t>	- </a:t>
            </a:r>
            <a:r>
              <a:rPr lang="en-US" dirty="0" err="1"/>
              <a:t>Kijk</a:t>
            </a:r>
            <a:r>
              <a:rPr lang="en-US" dirty="0"/>
              <a:t> in </a:t>
            </a:r>
            <a:r>
              <a:rPr lang="en-US" dirty="0" err="1"/>
              <a:t>boek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72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Tri-state buffer. </a:t>
            </a:r>
            <a:r>
              <a:rPr lang="en-US" dirty="0" err="1"/>
              <a:t>Uitgang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0, 1 of Z </a:t>
            </a:r>
            <a:r>
              <a:rPr lang="en-US" dirty="0" err="1"/>
              <a:t>zijn</a:t>
            </a:r>
            <a:endParaRPr lang="en-US" dirty="0"/>
          </a:p>
          <a:p>
            <a:r>
              <a:rPr lang="en-US" dirty="0"/>
              <a:t>	- ingang is </a:t>
            </a:r>
            <a:r>
              <a:rPr lang="en-US" dirty="0" err="1"/>
              <a:t>verbonden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de </a:t>
            </a:r>
            <a:r>
              <a:rPr lang="en-US" dirty="0" err="1"/>
              <a:t>uitgang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uitgang</a:t>
            </a:r>
            <a:r>
              <a:rPr lang="en-US" dirty="0"/>
              <a:t> is </a:t>
            </a:r>
            <a:r>
              <a:rPr lang="en-US" dirty="0" err="1"/>
              <a:t>afgesloten</a:t>
            </a:r>
            <a:r>
              <a:rPr lang="en-US" dirty="0"/>
              <a:t> door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schakelaar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67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Tri-state buffer </a:t>
            </a:r>
            <a:r>
              <a:rPr lang="en-US" dirty="0" err="1"/>
              <a:t>enablen</a:t>
            </a:r>
            <a:r>
              <a:rPr lang="en-US" dirty="0"/>
              <a:t> om data op bus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zetten</a:t>
            </a:r>
            <a:endParaRPr lang="en-US" dirty="0"/>
          </a:p>
          <a:p>
            <a:r>
              <a:rPr lang="en-US" dirty="0"/>
              <a:t>Clock signal om data van de bus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lezen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75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Tri-state buffer die </a:t>
            </a:r>
            <a:r>
              <a:rPr lang="en-US" dirty="0" err="1"/>
              <a:t>beide</a:t>
            </a:r>
            <a:r>
              <a:rPr lang="en-US" dirty="0"/>
              <a:t> </a:t>
            </a:r>
            <a:r>
              <a:rPr lang="en-US" dirty="0" err="1"/>
              <a:t>kanten</a:t>
            </a:r>
            <a:r>
              <a:rPr lang="en-US" dirty="0"/>
              <a:t> op </a:t>
            </a:r>
            <a:r>
              <a:rPr lang="en-US" dirty="0" err="1"/>
              <a:t>werk</a:t>
            </a:r>
            <a:r>
              <a:rPr lang="en-US" dirty="0"/>
              <a:t>, </a:t>
            </a:r>
            <a:r>
              <a:rPr lang="en-US" dirty="0" err="1"/>
              <a:t>afhankelijk</a:t>
            </a:r>
            <a:r>
              <a:rPr lang="en-US" dirty="0"/>
              <a:t> van de Dir input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79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Wat </a:t>
            </a:r>
            <a:r>
              <a:rPr lang="en-GB" dirty="0" err="1"/>
              <a:t>zien</a:t>
            </a:r>
            <a:r>
              <a:rPr lang="en-GB" dirty="0"/>
              <a:t> we </a:t>
            </a:r>
            <a:r>
              <a:rPr lang="en-GB" dirty="0" err="1"/>
              <a:t>hier</a:t>
            </a:r>
            <a:r>
              <a:rPr lang="en-GB" dirty="0"/>
              <a:t>? </a:t>
            </a:r>
          </a:p>
          <a:p>
            <a:pPr marL="171450" indent="-171450">
              <a:buFontTx/>
              <a:buChar char="-"/>
            </a:pPr>
            <a:r>
              <a:rPr lang="en-GB" dirty="0"/>
              <a:t>Registers (flip flops)</a:t>
            </a:r>
          </a:p>
          <a:p>
            <a:pPr marL="171450" indent="-171450">
              <a:buFontTx/>
              <a:buChar char="-"/>
            </a:pPr>
            <a:r>
              <a:rPr lang="en-GB" dirty="0"/>
              <a:t>Tristate buffer</a:t>
            </a:r>
          </a:p>
          <a:p>
            <a:pPr marL="171450" indent="-171450">
              <a:buFontTx/>
              <a:buChar char="-"/>
            </a:pPr>
            <a:r>
              <a:rPr lang="en-GB" dirty="0" err="1"/>
              <a:t>Bidirectioneel</a:t>
            </a:r>
            <a:r>
              <a:rPr lang="en-GB" dirty="0"/>
              <a:t> buffer</a:t>
            </a:r>
          </a:p>
          <a:p>
            <a:r>
              <a:rPr lang="en-GB" dirty="0"/>
              <a:t>Het </a:t>
            </a:r>
            <a:r>
              <a:rPr lang="en-GB" dirty="0" err="1"/>
              <a:t>vorige</a:t>
            </a:r>
            <a:r>
              <a:rPr lang="en-GB" dirty="0"/>
              <a:t> </a:t>
            </a:r>
            <a:r>
              <a:rPr lang="en-GB" dirty="0" err="1"/>
              <a:t>voorbeeld</a:t>
            </a:r>
            <a:r>
              <a:rPr lang="en-GB" dirty="0"/>
              <a:t> had 5 bits </a:t>
            </a:r>
            <a:r>
              <a:rPr lang="en-GB" dirty="0" err="1"/>
              <a:t>adressen</a:t>
            </a:r>
            <a:r>
              <a:rPr lang="en-GB" dirty="0"/>
              <a:t>, </a:t>
            </a:r>
            <a:r>
              <a:rPr lang="en-GB" dirty="0" err="1"/>
              <a:t>hoeveel</a:t>
            </a:r>
            <a:r>
              <a:rPr lang="en-GB" dirty="0"/>
              <a:t> </a:t>
            </a:r>
            <a:r>
              <a:rPr lang="en-GB" dirty="0" err="1"/>
              <a:t>adresplekjes</a:t>
            </a:r>
            <a:r>
              <a:rPr lang="en-GB" dirty="0"/>
              <a:t> </a:t>
            </a:r>
            <a:r>
              <a:rPr lang="en-GB" dirty="0" err="1"/>
              <a:t>zijn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? (32) Dit </a:t>
            </a:r>
            <a:r>
              <a:rPr lang="en-GB" dirty="0" err="1"/>
              <a:t>zijn</a:t>
            </a:r>
            <a:r>
              <a:rPr lang="en-GB" dirty="0"/>
              <a:t> er 4, </a:t>
            </a:r>
            <a:r>
              <a:rPr lang="en-GB" dirty="0" err="1"/>
              <a:t>dus</a:t>
            </a:r>
            <a:r>
              <a:rPr lang="en-GB" dirty="0"/>
              <a:t> </a:t>
            </a:r>
            <a:r>
              <a:rPr lang="en-GB" dirty="0" err="1"/>
              <a:t>hoeveel</a:t>
            </a:r>
            <a:r>
              <a:rPr lang="en-GB" dirty="0"/>
              <a:t> bits </a:t>
            </a:r>
            <a:r>
              <a:rPr lang="en-GB" dirty="0" err="1"/>
              <a:t>zouden</a:t>
            </a:r>
            <a:r>
              <a:rPr lang="en-GB" dirty="0"/>
              <a:t> er </a:t>
            </a:r>
            <a:r>
              <a:rPr lang="en-GB" dirty="0" err="1"/>
              <a:t>nodig</a:t>
            </a:r>
            <a:r>
              <a:rPr lang="en-GB" dirty="0"/>
              <a:t> </a:t>
            </a:r>
            <a:r>
              <a:rPr lang="en-GB" dirty="0" err="1"/>
              <a:t>zijn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deze</a:t>
            </a:r>
            <a:r>
              <a:rPr lang="en-GB" dirty="0"/>
              <a:t> modules? (2)</a:t>
            </a:r>
          </a:p>
          <a:p>
            <a:r>
              <a:rPr lang="en-GB" dirty="0" err="1"/>
              <a:t>Waarom</a:t>
            </a:r>
            <a:r>
              <a:rPr lang="en-GB" dirty="0"/>
              <a:t> </a:t>
            </a:r>
            <a:r>
              <a:rPr lang="en-GB" dirty="0" err="1"/>
              <a:t>zien</a:t>
            </a:r>
            <a:r>
              <a:rPr lang="en-GB" dirty="0"/>
              <a:t> we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geen</a:t>
            </a:r>
            <a:r>
              <a:rPr lang="en-GB" dirty="0"/>
              <a:t> </a:t>
            </a:r>
            <a:r>
              <a:rPr lang="en-GB" dirty="0" err="1"/>
              <a:t>adreslijnen</a:t>
            </a:r>
            <a:r>
              <a:rPr lang="en-GB" dirty="0"/>
              <a:t>?</a:t>
            </a:r>
          </a:p>
          <a:p>
            <a:r>
              <a:rPr lang="en-GB" dirty="0"/>
              <a:t>Alle </a:t>
            </a:r>
            <a:r>
              <a:rPr lang="en-GB" dirty="0" err="1"/>
              <a:t>datalijnen</a:t>
            </a:r>
            <a:r>
              <a:rPr lang="en-GB" dirty="0"/>
              <a:t> </a:t>
            </a:r>
            <a:r>
              <a:rPr lang="en-GB" dirty="0" err="1"/>
              <a:t>zijn</a:t>
            </a:r>
            <a:r>
              <a:rPr lang="en-GB" dirty="0"/>
              <a:t> met </a:t>
            </a:r>
            <a:r>
              <a:rPr lang="en-GB" dirty="0" err="1"/>
              <a:t>elkaar</a:t>
            </a:r>
            <a:r>
              <a:rPr lang="en-GB" dirty="0"/>
              <a:t> </a:t>
            </a:r>
            <a:r>
              <a:rPr lang="en-GB" dirty="0" err="1"/>
              <a:t>verbonden</a:t>
            </a:r>
            <a:r>
              <a:rPr lang="en-GB" dirty="0"/>
              <a:t>, </a:t>
            </a:r>
            <a:r>
              <a:rPr lang="en-GB" dirty="0" err="1"/>
              <a:t>geeft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</a:t>
            </a:r>
            <a:r>
              <a:rPr lang="en-GB" dirty="0" err="1"/>
              <a:t>geen</a:t>
            </a:r>
            <a:r>
              <a:rPr lang="en-GB" dirty="0"/>
              <a:t> </a:t>
            </a:r>
            <a:r>
              <a:rPr lang="en-GB" dirty="0" err="1"/>
              <a:t>problemen</a:t>
            </a:r>
            <a:r>
              <a:rPr lang="en-GB" dirty="0"/>
              <a:t>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10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Korte </a:t>
            </a:r>
            <a:r>
              <a:rPr lang="en-US" dirty="0" err="1"/>
              <a:t>uitleg</a:t>
            </a:r>
            <a:r>
              <a:rPr lang="en-US" dirty="0"/>
              <a:t> van hoe </a:t>
            </a:r>
            <a:r>
              <a:rPr lang="en-US" dirty="0" err="1"/>
              <a:t>een</a:t>
            </a:r>
            <a:r>
              <a:rPr lang="en-US" dirty="0"/>
              <a:t> read </a:t>
            </a:r>
            <a:r>
              <a:rPr lang="en-US" dirty="0" err="1"/>
              <a:t>en</a:t>
            </a:r>
            <a:r>
              <a:rPr lang="en-US" dirty="0"/>
              <a:t> write cycle </a:t>
            </a:r>
            <a:r>
              <a:rPr lang="en-US" dirty="0" err="1"/>
              <a:t>werkt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geheugenmodule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01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: Hoe </a:t>
            </a:r>
            <a:r>
              <a:rPr lang="en-US" dirty="0" err="1"/>
              <a:t>zou</a:t>
            </a:r>
            <a:r>
              <a:rPr lang="en-US" dirty="0"/>
              <a:t> de </a:t>
            </a:r>
            <a:r>
              <a:rPr lang="en-US" dirty="0" err="1"/>
              <a:t>vorige</a:t>
            </a:r>
            <a:r>
              <a:rPr lang="en-US" dirty="0"/>
              <a:t> module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vertalen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37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Figuur</a:t>
            </a:r>
            <a:r>
              <a:rPr lang="en-US" dirty="0"/>
              <a:t> links (7.17):</a:t>
            </a:r>
          </a:p>
          <a:p>
            <a:r>
              <a:rPr lang="en-US" dirty="0"/>
              <a:t>De RAM-modules </a:t>
            </a:r>
            <a:r>
              <a:rPr lang="en-US" dirty="0" err="1"/>
              <a:t>hebben</a:t>
            </a:r>
            <a:r>
              <a:rPr lang="en-US" dirty="0"/>
              <a:t> 6 </a:t>
            </a:r>
            <a:r>
              <a:rPr lang="en-US" dirty="0" err="1"/>
              <a:t>adressen</a:t>
            </a:r>
            <a:r>
              <a:rPr lang="en-US" dirty="0"/>
              <a:t>,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geeft</a:t>
            </a:r>
            <a:r>
              <a:rPr lang="en-US" dirty="0"/>
              <a:t> 2^6 = 64 </a:t>
            </a:r>
            <a:r>
              <a:rPr lang="en-US" dirty="0" err="1"/>
              <a:t>adressen</a:t>
            </a:r>
            <a:r>
              <a:rPr lang="en-US" dirty="0"/>
              <a:t> per module. De overage 2 </a:t>
            </a:r>
            <a:r>
              <a:rPr lang="en-US" dirty="0" err="1"/>
              <a:t>adressen</a:t>
            </a:r>
            <a:r>
              <a:rPr lang="en-US" dirty="0"/>
              <a:t> (A6 </a:t>
            </a:r>
            <a:r>
              <a:rPr lang="en-US" dirty="0" err="1"/>
              <a:t>en</a:t>
            </a:r>
            <a:r>
              <a:rPr lang="en-US" dirty="0"/>
              <a:t> A7)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gebruikt</a:t>
            </a:r>
            <a:r>
              <a:rPr lang="en-US" dirty="0"/>
              <a:t> om 1  van de 4 </a:t>
            </a:r>
            <a:r>
              <a:rPr lang="en-US" dirty="0" err="1"/>
              <a:t>opties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kiezen</a:t>
            </a:r>
            <a:r>
              <a:rPr lang="en-US" dirty="0"/>
              <a:t>.</a:t>
            </a:r>
          </a:p>
          <a:p>
            <a:r>
              <a:rPr lang="en-US" dirty="0"/>
              <a:t>Op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manier</a:t>
            </a:r>
            <a:r>
              <a:rPr lang="en-US" dirty="0"/>
              <a:t> </a:t>
            </a:r>
            <a:r>
              <a:rPr lang="en-US" dirty="0" err="1"/>
              <a:t>krijgen</a:t>
            </a:r>
            <a:r>
              <a:rPr lang="en-US" dirty="0"/>
              <a:t> we 4 * 2^6 = 256 </a:t>
            </a:r>
            <a:r>
              <a:rPr lang="en-US" dirty="0" err="1"/>
              <a:t>adressen</a:t>
            </a:r>
            <a:r>
              <a:rPr lang="en-US" dirty="0"/>
              <a:t> met elk 1 byte data per </a:t>
            </a:r>
            <a:r>
              <a:rPr lang="en-US" dirty="0" err="1"/>
              <a:t>adres</a:t>
            </a:r>
            <a:r>
              <a:rPr lang="en-US" dirty="0"/>
              <a:t>. (8 bits per byte). </a:t>
            </a:r>
            <a:r>
              <a:rPr lang="en-US" dirty="0" err="1"/>
              <a:t>Totaal</a:t>
            </a:r>
            <a:r>
              <a:rPr lang="en-US" dirty="0"/>
              <a:t> 256 bytes</a:t>
            </a:r>
          </a:p>
          <a:p>
            <a:endParaRPr lang="en-US" dirty="0"/>
          </a:p>
          <a:p>
            <a:r>
              <a:rPr lang="en-US" dirty="0" err="1"/>
              <a:t>Figuur</a:t>
            </a:r>
            <a:r>
              <a:rPr lang="en-US" dirty="0"/>
              <a:t> </a:t>
            </a:r>
            <a:r>
              <a:rPr lang="en-US" dirty="0" err="1"/>
              <a:t>rechts</a:t>
            </a:r>
            <a:r>
              <a:rPr lang="en-US" dirty="0"/>
              <a:t> (7.20):</a:t>
            </a:r>
          </a:p>
          <a:p>
            <a:r>
              <a:rPr lang="en-US" dirty="0"/>
              <a:t>De RAM-modules </a:t>
            </a:r>
            <a:r>
              <a:rPr lang="en-US" dirty="0" err="1"/>
              <a:t>hebben</a:t>
            </a:r>
            <a:r>
              <a:rPr lang="en-US" dirty="0"/>
              <a:t> 8 </a:t>
            </a:r>
            <a:r>
              <a:rPr lang="en-US" dirty="0" err="1"/>
              <a:t>adressen</a:t>
            </a:r>
            <a:r>
              <a:rPr lang="en-US" dirty="0"/>
              <a:t>,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geeft</a:t>
            </a:r>
            <a:r>
              <a:rPr lang="en-US" dirty="0"/>
              <a:t> 2^8 = 256 </a:t>
            </a:r>
            <a:r>
              <a:rPr lang="en-US" dirty="0" err="1"/>
              <a:t>adressen</a:t>
            </a:r>
            <a:r>
              <a:rPr lang="en-US" dirty="0"/>
              <a:t> per module. Per module </a:t>
            </a:r>
            <a:r>
              <a:rPr lang="en-US" dirty="0" err="1"/>
              <a:t>zijn</a:t>
            </a:r>
            <a:r>
              <a:rPr lang="en-US" dirty="0"/>
              <a:t> er 4 </a:t>
            </a:r>
            <a:r>
              <a:rPr lang="en-US" dirty="0" err="1"/>
              <a:t>databits</a:t>
            </a:r>
            <a:r>
              <a:rPr lang="en-US" dirty="0"/>
              <a:t> </a:t>
            </a:r>
            <a:r>
              <a:rPr lang="en-US" dirty="0" err="1"/>
              <a:t>beschikbaar</a:t>
            </a:r>
            <a:r>
              <a:rPr lang="en-US" dirty="0"/>
              <a:t>. 2 modules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gecombineerd</a:t>
            </a:r>
            <a:r>
              <a:rPr lang="en-US" dirty="0"/>
              <a:t> tot 8 bytes, wat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weer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totaal</a:t>
            </a:r>
            <a:r>
              <a:rPr lang="en-US" dirty="0"/>
              <a:t> </a:t>
            </a:r>
            <a:r>
              <a:rPr lang="en-US" dirty="0" err="1"/>
              <a:t>geeft</a:t>
            </a:r>
            <a:r>
              <a:rPr lang="en-US" dirty="0"/>
              <a:t> van 256 bytes.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03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</a:t>
            </a:r>
            <a:r>
              <a:rPr lang="en-US" dirty="0" err="1"/>
              <a:t>rechter</a:t>
            </a:r>
            <a:r>
              <a:rPr lang="en-US" dirty="0"/>
              <a:t> </a:t>
            </a:r>
            <a:r>
              <a:rPr lang="en-US" dirty="0" err="1"/>
              <a:t>figuur</a:t>
            </a:r>
            <a:r>
              <a:rPr lang="en-US" dirty="0"/>
              <a:t> </a:t>
            </a:r>
            <a:r>
              <a:rPr lang="en-US" dirty="0" err="1"/>
              <a:t>geeft</a:t>
            </a:r>
            <a:r>
              <a:rPr lang="en-US" dirty="0"/>
              <a:t> de </a:t>
            </a:r>
            <a:r>
              <a:rPr lang="en-US" dirty="0" err="1"/>
              <a:t>hoogste</a:t>
            </a:r>
            <a:r>
              <a:rPr lang="en-US" dirty="0"/>
              <a:t> lag </a:t>
            </a:r>
            <a:r>
              <a:rPr lang="en-US" dirty="0" err="1"/>
              <a:t>aan</a:t>
            </a:r>
            <a:r>
              <a:rPr lang="en-US" dirty="0"/>
              <a:t>, het linker </a:t>
            </a:r>
            <a:r>
              <a:rPr lang="en-US" dirty="0" err="1"/>
              <a:t>figuur</a:t>
            </a:r>
            <a:r>
              <a:rPr lang="en-US" dirty="0"/>
              <a:t> is </a:t>
            </a:r>
            <a:r>
              <a:rPr lang="en-US" dirty="0" err="1"/>
              <a:t>ingezoomd</a:t>
            </a:r>
            <a:r>
              <a:rPr lang="en-US" dirty="0"/>
              <a:t> op 1 van de modules (het </a:t>
            </a:r>
            <a:r>
              <a:rPr lang="en-US" dirty="0" err="1"/>
              <a:t>enige</a:t>
            </a:r>
            <a:r>
              <a:rPr lang="en-US" dirty="0"/>
              <a:t> </a:t>
            </a:r>
            <a:r>
              <a:rPr lang="en-US" dirty="0" err="1"/>
              <a:t>verschil</a:t>
            </a:r>
            <a:r>
              <a:rPr lang="en-US" dirty="0"/>
              <a:t> is </a:t>
            </a:r>
            <a:r>
              <a:rPr lang="en-US" dirty="0" err="1"/>
              <a:t>dat</a:t>
            </a:r>
            <a:r>
              <a:rPr lang="en-US" dirty="0"/>
              <a:t> het 4 bits per module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moeten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8).</a:t>
            </a:r>
          </a:p>
          <a:p>
            <a:pPr marL="171450" indent="-171450">
              <a:buFontTx/>
              <a:buChar char="-"/>
            </a:pPr>
            <a:r>
              <a:rPr lang="en-US" dirty="0"/>
              <a:t>De </a:t>
            </a:r>
            <a:r>
              <a:rPr lang="en-US" dirty="0" err="1"/>
              <a:t>adresbuslijnen</a:t>
            </a:r>
            <a:r>
              <a:rPr lang="en-US" dirty="0"/>
              <a:t> </a:t>
            </a:r>
            <a:r>
              <a:rPr lang="en-US" dirty="0" err="1"/>
              <a:t>komen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op de A0, A1, </a:t>
            </a:r>
            <a:r>
              <a:rPr lang="en-US" dirty="0" err="1"/>
              <a:t>enzovoorts</a:t>
            </a:r>
            <a:r>
              <a:rPr lang="en-US" dirty="0"/>
              <a:t> in het </a:t>
            </a:r>
            <a:r>
              <a:rPr lang="en-US" dirty="0" err="1"/>
              <a:t>bovenste</a:t>
            </a:r>
            <a:r>
              <a:rPr lang="en-US" dirty="0"/>
              <a:t> </a:t>
            </a:r>
            <a:r>
              <a:rPr lang="en-US" dirty="0" err="1"/>
              <a:t>figuur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/>
              <a:t>De R/W </a:t>
            </a:r>
            <a:r>
              <a:rPr lang="en-US" dirty="0" err="1"/>
              <a:t>komt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op read </a:t>
            </a:r>
            <a:r>
              <a:rPr lang="en-US" dirty="0" err="1"/>
              <a:t>en</a:t>
            </a:r>
            <a:r>
              <a:rPr lang="en-US" dirty="0"/>
              <a:t> write in het </a:t>
            </a:r>
            <a:r>
              <a:rPr lang="en-US" dirty="0" err="1"/>
              <a:t>bovenste</a:t>
            </a:r>
            <a:r>
              <a:rPr lang="en-US" dirty="0"/>
              <a:t> </a:t>
            </a:r>
            <a:r>
              <a:rPr lang="en-US" dirty="0" err="1"/>
              <a:t>figuur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CS </a:t>
            </a:r>
            <a:r>
              <a:rPr lang="en-US" dirty="0" err="1"/>
              <a:t>zou</a:t>
            </a:r>
            <a:r>
              <a:rPr lang="en-US" dirty="0"/>
              <a:t> met </a:t>
            </a:r>
            <a:r>
              <a:rPr lang="en-US" dirty="0" err="1"/>
              <a:t>een</a:t>
            </a:r>
            <a:r>
              <a:rPr lang="en-US" dirty="0"/>
              <a:t> &amp;-</a:t>
            </a:r>
            <a:r>
              <a:rPr lang="en-US" dirty="0" err="1"/>
              <a:t>poort</a:t>
            </a:r>
            <a:r>
              <a:rPr lang="en-US" dirty="0"/>
              <a:t> </a:t>
            </a:r>
            <a:r>
              <a:rPr lang="en-US" dirty="0" err="1"/>
              <a:t>gecombineerd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 met de “E” van het </a:t>
            </a:r>
            <a:r>
              <a:rPr lang="en-US" dirty="0" err="1"/>
              <a:t>bovenste</a:t>
            </a:r>
            <a:r>
              <a:rPr lang="en-US" dirty="0"/>
              <a:t> </a:t>
            </a:r>
            <a:r>
              <a:rPr lang="en-US" dirty="0" err="1"/>
              <a:t>figuur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Verder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het </a:t>
            </a:r>
            <a:r>
              <a:rPr lang="en-US" dirty="0" err="1"/>
              <a:t>bovenste</a:t>
            </a:r>
            <a:r>
              <a:rPr lang="en-US" dirty="0"/>
              <a:t> </a:t>
            </a:r>
            <a:r>
              <a:rPr lang="en-US" dirty="0" err="1"/>
              <a:t>figuur</a:t>
            </a:r>
            <a:r>
              <a:rPr lang="en-US" dirty="0"/>
              <a:t> </a:t>
            </a:r>
            <a:r>
              <a:rPr lang="en-US" dirty="0" err="1"/>
              <a:t>gekoppeld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het link </a:t>
            </a:r>
            <a:r>
              <a:rPr lang="en-US" dirty="0" err="1"/>
              <a:t>figuur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705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842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07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0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467544" y="4728526"/>
            <a:ext cx="8748464" cy="93728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b="1" cap="none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NL" dirty="0"/>
              <a:t>Titelstijl van model bewerken</a:t>
            </a:r>
          </a:p>
        </p:txBody>
      </p:sp>
      <p:pic>
        <p:nvPicPr>
          <p:cNvPr id="5" name="Picture 2" descr="http://techiebees.in/upload/embedded-systems-projects-in-chennai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2" r="-112"/>
          <a:stretch/>
        </p:blipFill>
        <p:spPr bwMode="auto">
          <a:xfrm>
            <a:off x="-63814" y="-1823020"/>
            <a:ext cx="9263103" cy="6157788"/>
          </a:xfrm>
          <a:prstGeom prst="flowChartOffpageConnector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22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536" y="-111224"/>
            <a:ext cx="8352928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95536" y="985292"/>
            <a:ext cx="8352928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latin typeface="Calibri" panose="020F0502020204030204" pitchFamily="34" charset="0"/>
              </a:defRPr>
            </a:lvl2pPr>
            <a:lvl3pPr marL="525462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701675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</a:defRPr>
            </a:lvl4pPr>
          </a:lstStyle>
          <a:p>
            <a:pPr lvl="0"/>
            <a:r>
              <a:rPr lang="nl-NL" dirty="0"/>
              <a:t>Bla </a:t>
            </a:r>
            <a:r>
              <a:rPr lang="nl-NL" dirty="0" err="1"/>
              <a:t>bla</a:t>
            </a:r>
            <a:endParaRPr lang="nl-NL" dirty="0"/>
          </a:p>
          <a:p>
            <a:pPr lvl="1"/>
            <a:r>
              <a:rPr lang="nl-NL" dirty="0"/>
              <a:t>Bla</a:t>
            </a:r>
          </a:p>
          <a:p>
            <a:pPr lvl="2"/>
            <a:r>
              <a:rPr lang="nl-NL" dirty="0"/>
              <a:t>Bla</a:t>
            </a:r>
          </a:p>
          <a:p>
            <a:pPr lvl="3"/>
            <a:r>
              <a:rPr lang="nl-NL" dirty="0"/>
              <a:t>bla</a:t>
            </a:r>
          </a:p>
        </p:txBody>
      </p:sp>
      <p:sp>
        <p:nvSpPr>
          <p:cNvPr id="6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891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989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3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989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536" y="-111224"/>
            <a:ext cx="8352928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95536" y="985292"/>
            <a:ext cx="8352928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latin typeface="Calibri" panose="020F0502020204030204" pitchFamily="34" charset="0"/>
              </a:defRPr>
            </a:lvl2pPr>
            <a:lvl3pPr marL="525462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701675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</a:defRPr>
            </a:lvl4pPr>
          </a:lstStyle>
          <a:p>
            <a:pPr lvl="0"/>
            <a:r>
              <a:rPr lang="nl-NL" dirty="0"/>
              <a:t>Bla </a:t>
            </a:r>
            <a:r>
              <a:rPr lang="nl-NL" dirty="0" err="1"/>
              <a:t>bla</a:t>
            </a:r>
            <a:endParaRPr lang="nl-NL" dirty="0"/>
          </a:p>
          <a:p>
            <a:pPr lvl="1"/>
            <a:r>
              <a:rPr lang="nl-NL" dirty="0"/>
              <a:t>Bla</a:t>
            </a:r>
          </a:p>
          <a:p>
            <a:pPr lvl="2"/>
            <a:r>
              <a:rPr lang="nl-NL" dirty="0"/>
              <a:t>Bla</a:t>
            </a:r>
          </a:p>
          <a:p>
            <a:pPr lvl="3"/>
            <a:r>
              <a:rPr lang="nl-NL" dirty="0"/>
              <a:t>bla</a:t>
            </a:r>
          </a:p>
        </p:txBody>
      </p:sp>
      <p:sp>
        <p:nvSpPr>
          <p:cNvPr id="6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555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3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214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015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cap="all">
          <a:solidFill>
            <a:srgbClr val="CC0033"/>
          </a:solidFill>
          <a:latin typeface="Calibri" panose="020F0502020204030204" pitchFamily="34" charset="0"/>
          <a:ea typeface="MS PGothic" panose="020B0600070205080204" pitchFamily="34" charset="-128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452401" indent="-452401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3"/>
        </a:buBlip>
        <a:defRPr sz="1667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68553" indent="-166674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3"/>
        </a:buBlip>
        <a:defRPr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2pPr>
      <a:lvl3pPr marL="918030" indent="-156092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333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3pPr>
      <a:lvl4pPr marL="1448478" indent="-190484" algn="l" rtl="0" eaLnBrk="0" fontAlgn="base" hangingPunct="0">
        <a:spcBef>
          <a:spcPct val="20000"/>
        </a:spcBef>
        <a:spcAft>
          <a:spcPct val="0"/>
        </a:spcAft>
        <a:buChar char="–"/>
        <a:defRPr sz="1333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marL="1788440" indent="-190484" algn="l" rtl="0" eaLnBrk="0" fontAlgn="base" hangingPunct="0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/>
          <p:cNvSpPr txBox="1"/>
          <p:nvPr userDrawn="1"/>
        </p:nvSpPr>
        <p:spPr>
          <a:xfrm>
            <a:off x="7756852" y="625252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b="0" dirty="0">
                <a:solidFill>
                  <a:srgbClr val="C00000"/>
                </a:solidFill>
                <a:latin typeface="Calibri" panose="020F0502020204030204" pitchFamily="34" charset="0"/>
              </a:rPr>
              <a:t>EMBEDDED SYSTEMS</a:t>
            </a:r>
            <a:endParaRPr lang="en-US" sz="1050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Afbeelding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22820"/>
            <a:ext cx="9305926" cy="96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395536" y="-96672"/>
            <a:ext cx="8229600" cy="9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/>
              <a:t>Titelstijl van model bewerken</a:t>
            </a:r>
          </a:p>
        </p:txBody>
      </p:sp>
      <p:pic>
        <p:nvPicPr>
          <p:cNvPr id="8" name="Afbeelding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5089748"/>
            <a:ext cx="567470" cy="5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2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alibri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285728" indent="-285728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68553" indent="-16667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6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08516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448478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788440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/>
          <p:cNvSpPr txBox="1"/>
          <p:nvPr userDrawn="1"/>
        </p:nvSpPr>
        <p:spPr>
          <a:xfrm>
            <a:off x="7756852" y="625252"/>
            <a:ext cx="1351652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45" b="0" dirty="0">
                <a:solidFill>
                  <a:srgbClr val="C00000"/>
                </a:solidFill>
                <a:latin typeface="Calibri" panose="020F0502020204030204" pitchFamily="34" charset="0"/>
              </a:rPr>
              <a:t>EMBEDDED SYSTEMS</a:t>
            </a:r>
            <a:endParaRPr lang="en-US" sz="945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Afbeelding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22820"/>
            <a:ext cx="9305926" cy="96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395536" y="-96672"/>
            <a:ext cx="8229600" cy="9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/>
              <a:t>Titelstijl van model bewerken</a:t>
            </a:r>
          </a:p>
        </p:txBody>
      </p:sp>
      <p:pic>
        <p:nvPicPr>
          <p:cNvPr id="8" name="Afbeelding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3" y="5089749"/>
            <a:ext cx="567470" cy="5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3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4" r:id="rId1"/>
    <p:sldLayoutId id="2147485032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alibri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285728" indent="-285728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68553" indent="-16667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6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08516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448478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788440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/>
          <p:cNvSpPr txBox="1"/>
          <p:nvPr userDrawn="1"/>
        </p:nvSpPr>
        <p:spPr>
          <a:xfrm>
            <a:off x="7756852" y="625253"/>
            <a:ext cx="1351652" cy="222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51" b="0" dirty="0">
                <a:solidFill>
                  <a:srgbClr val="C00000"/>
                </a:solidFill>
                <a:latin typeface="Calibri" panose="020F0502020204030204" pitchFamily="34" charset="0"/>
              </a:rPr>
              <a:t>EMBEDDED SYSTEMS</a:t>
            </a:r>
            <a:endParaRPr lang="en-US" sz="851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Afbeelding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22820"/>
            <a:ext cx="9305926" cy="96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395536" y="-96672"/>
            <a:ext cx="8229600" cy="9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/>
              <a:t>Titelstijl van model bewerken</a:t>
            </a:r>
          </a:p>
        </p:txBody>
      </p:sp>
      <p:pic>
        <p:nvPicPr>
          <p:cNvPr id="8" name="Afbeelding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3" y="5089750"/>
            <a:ext cx="567470" cy="5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3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631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1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bg1"/>
          </a:solidFill>
          <a:latin typeface="Calibri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164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914328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37149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828654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342874" indent="-342874" algn="l" rtl="0" eaLnBrk="0" fontAlgn="base" hangingPunct="0">
        <a:lnSpc>
          <a:spcPct val="100000"/>
        </a:lnSpc>
        <a:spcBef>
          <a:spcPts val="72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216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922264" indent="-200009" algn="l" rtl="0" eaLnBrk="0" fontAlgn="base" hangingPunct="0">
        <a:lnSpc>
          <a:spcPct val="100000"/>
        </a:lnSpc>
        <a:spcBef>
          <a:spcPts val="72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92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330219" indent="-228581" algn="l" rtl="0" eaLnBrk="0" fontAlgn="base" hangingPunct="0">
        <a:lnSpc>
          <a:spcPct val="100000"/>
        </a:lnSpc>
        <a:spcBef>
          <a:spcPts val="72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44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738174" indent="-228581" algn="l" rtl="0" eaLnBrk="0" fontAlgn="base" hangingPunct="0">
        <a:lnSpc>
          <a:spcPct val="100000"/>
        </a:lnSpc>
        <a:spcBef>
          <a:spcPts val="72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44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146128" indent="-228581" algn="l" rtl="0" eaLnBrk="0" fontAlgn="base" hangingPunct="0">
        <a:lnSpc>
          <a:spcPct val="100000"/>
        </a:lnSpc>
        <a:spcBef>
          <a:spcPts val="72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44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603292" indent="-228581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6pPr>
      <a:lvl7pPr marL="3060455" indent="-228581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7pPr>
      <a:lvl8pPr marL="3517619" indent="-228581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8pPr>
      <a:lvl9pPr marL="3974782" indent="-228581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4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8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0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4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8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82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44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7" algn="l" defTabSz="9143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M0DdEaY5sY&amp;list=PLowKtXNTBypGqImE405J2565dvjafglHU&amp;index=6" TargetMode="Externa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4369668"/>
            <a:ext cx="8748464" cy="1296144"/>
          </a:xfrm>
        </p:spPr>
        <p:txBody>
          <a:bodyPr/>
          <a:lstStyle/>
          <a:p>
            <a:r>
              <a:rPr lang="nl-NL" dirty="0">
                <a:latin typeface="Calibri" panose="020F0502020204030204" pitchFamily="34" charset="0"/>
              </a:rPr>
              <a:t>EMS20  Theorie Week 3</a:t>
            </a:r>
            <a:br>
              <a:rPr lang="nl-NL" dirty="0"/>
            </a:br>
            <a:r>
              <a:rPr lang="nl-NL" dirty="0"/>
              <a:t>Computerarchitectuur</a:t>
            </a:r>
            <a:endParaRPr lang="nl-N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41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EAB6C-86B2-4E72-B980-394E9815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Je gaat deze les leren: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397537F-6318-4909-B109-E7A1D9012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uit welke onderdelen een computer of microcontroller is opgebouwd;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deze onderdelen met elkaar communiceren door middel van zogenoemde bussen;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een RAM-module is opgebouwd;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een RAM, dat bestaat uit meerdere modules, is opgebouwd;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6F1D53F-FE49-4BC2-96A9-A81DF36E9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926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C06C-CAFF-456E-AC49-10DC1417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Overzicht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69FA-BFC2-4649-8376-373CE7DC5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</a:t>
            </a:fld>
            <a:endParaRPr lang="nl-NL"/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D175A16A-6A06-4A29-AEA5-391EDBB8E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1254224"/>
            <a:ext cx="6629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1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Gegevensstroom door een computer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4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251520" y="1026116"/>
            <a:ext cx="8536320" cy="44956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591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Weergave van digitaal opgeslagen geluid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5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67770" y="1176924"/>
            <a:ext cx="9006480" cy="40568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741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Schematische opbouw van een computer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6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539552" y="1129308"/>
            <a:ext cx="8297280" cy="44119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419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6EF4-47A8-43CF-873A-CC94A46A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Onderwerpen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FBECA-E049-48DD-B6BB-CAA8E2FB3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Basiswerking</a:t>
            </a:r>
            <a:r>
              <a:rPr lang="en-US" dirty="0"/>
              <a:t> computer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Buslijnen</a:t>
            </a:r>
            <a:r>
              <a:rPr lang="en-US" dirty="0"/>
              <a:t> computer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Opbouw</a:t>
            </a:r>
            <a:r>
              <a:rPr lang="en-US" dirty="0"/>
              <a:t> van RAM</a:t>
            </a:r>
          </a:p>
          <a:p>
            <a:pPr marL="914400" lvl="1"/>
            <a:r>
              <a:rPr lang="en-US" dirty="0"/>
              <a:t>Registers</a:t>
            </a:r>
          </a:p>
          <a:p>
            <a:pPr marL="914400" lvl="1"/>
            <a:r>
              <a:rPr lang="en-US" dirty="0"/>
              <a:t>Buffer</a:t>
            </a:r>
          </a:p>
          <a:p>
            <a:pPr marL="914400" lvl="1"/>
            <a:r>
              <a:rPr lang="en-US" dirty="0" err="1"/>
              <a:t>Lagen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28 slides -&gt;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korte</a:t>
            </a:r>
            <a:r>
              <a:rPr lang="en-US" dirty="0"/>
              <a:t> slides</a:t>
            </a:r>
          </a:p>
          <a:p>
            <a:pPr marL="457200"/>
            <a:endParaRPr lang="en-US" dirty="0"/>
          </a:p>
          <a:p>
            <a:pPr marL="457200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D74051-B12C-4DBE-A96D-F0AE65211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7</a:t>
            </a:fld>
            <a:endParaRPr lang="nl-NL" dirty="0"/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9A4C6479-C266-43D0-806C-3FD84C8CD2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5" r="10717"/>
          <a:stretch/>
        </p:blipFill>
        <p:spPr>
          <a:xfrm>
            <a:off x="4538202" y="1633364"/>
            <a:ext cx="4210262" cy="3024336"/>
          </a:xfrm>
          <a:prstGeom prst="rect">
            <a:avLst/>
          </a:prstGeom>
        </p:spPr>
      </p:pic>
      <p:pic>
        <p:nvPicPr>
          <p:cNvPr id="5" name="Afbeelding 3">
            <a:extLst>
              <a:ext uri="{FF2B5EF4-FFF2-40B4-BE49-F238E27FC236}">
                <a16:creationId xmlns:a16="http://schemas.microsoft.com/office/drawing/2014/main" id="{49FBB4C1-F87A-5D09-D43F-5842BE44E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748579"/>
            <a:ext cx="1528528" cy="81277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6747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9C53-7EA6-B227-E61A-DC06699A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 err="1"/>
              <a:t>Voorkennis</a:t>
            </a:r>
            <a:r>
              <a:rPr lang="en-NL" dirty="0"/>
              <a:t> </a:t>
            </a:r>
            <a:r>
              <a:rPr lang="en-NL" dirty="0" err="1"/>
              <a:t>uit</a:t>
            </a:r>
            <a:r>
              <a:rPr lang="en-NL" dirty="0"/>
              <a:t> ELE10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CC245-541A-EA8A-F770-DED7DBB0B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 dirty="0" err="1"/>
              <a:t>Digitale</a:t>
            </a:r>
            <a:r>
              <a:rPr lang="en-NL" sz="2400" dirty="0"/>
              <a:t> </a:t>
            </a:r>
            <a:r>
              <a:rPr lang="en-NL" sz="2400" dirty="0" err="1"/>
              <a:t>signalen</a:t>
            </a:r>
            <a:endParaRPr lang="en-NL" sz="2400" dirty="0"/>
          </a:p>
          <a:p>
            <a:pPr marL="914400" lvl="1"/>
            <a:r>
              <a:rPr lang="en-GB" sz="2000" dirty="0" err="1"/>
              <a:t>Laag</a:t>
            </a:r>
            <a:r>
              <a:rPr lang="en-GB" sz="2000" dirty="0"/>
              <a:t> </a:t>
            </a:r>
            <a:r>
              <a:rPr lang="en-GB" sz="2000" dirty="0" err="1"/>
              <a:t>en</a:t>
            </a:r>
            <a:r>
              <a:rPr lang="en-GB" sz="2000" dirty="0"/>
              <a:t> </a:t>
            </a:r>
            <a:r>
              <a:rPr lang="en-GB" sz="2000" dirty="0" err="1"/>
              <a:t>hoog</a:t>
            </a:r>
            <a:r>
              <a:rPr lang="en-GB" sz="2000" dirty="0"/>
              <a:t> </a:t>
            </a:r>
            <a:r>
              <a:rPr lang="en-GB" sz="2000" dirty="0" err="1"/>
              <a:t>signaal</a:t>
            </a:r>
            <a:r>
              <a:rPr lang="en-GB" sz="2400" dirty="0"/>
              <a:t>	</a:t>
            </a:r>
            <a:endParaRPr lang="en-N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 err="1"/>
              <a:t>Binair</a:t>
            </a:r>
            <a:r>
              <a:rPr lang="en-GB" sz="2400" dirty="0"/>
              <a:t> </a:t>
            </a:r>
            <a:r>
              <a:rPr lang="en-GB" sz="2400" dirty="0" err="1"/>
              <a:t>rekenen</a:t>
            </a:r>
            <a:endParaRPr lang="en-GB" sz="2400" dirty="0"/>
          </a:p>
          <a:p>
            <a:pPr marL="914400" lvl="1"/>
            <a:r>
              <a:rPr lang="en-GB" sz="2000" dirty="0"/>
              <a:t>2 bits </a:t>
            </a:r>
            <a:r>
              <a:rPr lang="en-GB" sz="2000" dirty="0" err="1"/>
              <a:t>geeft</a:t>
            </a:r>
            <a:r>
              <a:rPr lang="en-GB" sz="2000" dirty="0"/>
              <a:t> 4 </a:t>
            </a:r>
            <a:r>
              <a:rPr lang="en-GB" sz="2000" dirty="0" err="1"/>
              <a:t>mogelijkheden</a:t>
            </a:r>
            <a:endParaRPr lang="en-GB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 dirty="0" err="1"/>
              <a:t>Logische</a:t>
            </a:r>
            <a:r>
              <a:rPr lang="en-NL" sz="2400" dirty="0"/>
              <a:t> </a:t>
            </a:r>
            <a:r>
              <a:rPr lang="en-NL" sz="2400" dirty="0" err="1"/>
              <a:t>poorten</a:t>
            </a:r>
            <a:endParaRPr lang="en-GB" sz="2400" dirty="0"/>
          </a:p>
          <a:p>
            <a:pPr marL="914400" lvl="1"/>
            <a:r>
              <a:rPr lang="en-GB" sz="2000" dirty="0"/>
              <a:t>AND</a:t>
            </a:r>
            <a:r>
              <a:rPr lang="en-NL" sz="2000" dirty="0"/>
              <a:t>, </a:t>
            </a:r>
            <a:r>
              <a:rPr lang="en-GB" sz="2000" dirty="0"/>
              <a:t>OR</a:t>
            </a:r>
            <a:r>
              <a:rPr lang="en-NL" sz="2000" dirty="0"/>
              <a:t>, </a:t>
            </a:r>
            <a:r>
              <a:rPr lang="en-GB" sz="2000" dirty="0"/>
              <a:t>NOT, XOR, </a:t>
            </a:r>
            <a:r>
              <a:rPr lang="en-GB" sz="2000" dirty="0" err="1"/>
              <a:t>enz</a:t>
            </a:r>
            <a:r>
              <a:rPr lang="en-GB" sz="2000" dirty="0"/>
              <a:t>.</a:t>
            </a:r>
            <a:endParaRPr lang="en-NL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 dirty="0"/>
              <a:t>Flipflops</a:t>
            </a:r>
          </a:p>
          <a:p>
            <a:pPr marL="914400" lvl="1"/>
            <a:r>
              <a:rPr lang="en-NL" sz="2000" dirty="0" err="1"/>
              <a:t>onthouden</a:t>
            </a:r>
            <a:r>
              <a:rPr lang="en-NL" sz="2000" dirty="0"/>
              <a:t> van </a:t>
            </a:r>
            <a:r>
              <a:rPr lang="en-NL" sz="2000" dirty="0" err="1"/>
              <a:t>een</a:t>
            </a:r>
            <a:r>
              <a:rPr lang="en-NL" sz="2000" dirty="0"/>
              <a:t> bit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 dirty="0" err="1"/>
              <a:t>Abstractie</a:t>
            </a:r>
            <a:r>
              <a:rPr lang="en-NL" sz="2400" dirty="0"/>
              <a:t> in de </a:t>
            </a:r>
            <a:r>
              <a:rPr lang="en-NL" sz="2400" dirty="0" err="1"/>
              <a:t>weergave</a:t>
            </a:r>
            <a:r>
              <a:rPr lang="en-NL" sz="2400" dirty="0"/>
              <a:t> van </a:t>
            </a:r>
            <a:r>
              <a:rPr lang="en-NL" sz="2400" dirty="0" err="1"/>
              <a:t>logische</a:t>
            </a:r>
            <a:r>
              <a:rPr lang="en-NL" sz="2400" dirty="0"/>
              <a:t> </a:t>
            </a:r>
            <a:r>
              <a:rPr lang="en-NL" sz="2400" dirty="0" err="1"/>
              <a:t>schakelingen</a:t>
            </a:r>
            <a:endParaRPr lang="en-NL" sz="2400" dirty="0"/>
          </a:p>
          <a:p>
            <a:pPr marL="914400" lvl="1"/>
            <a:r>
              <a:rPr lang="nl-NL" sz="2000" dirty="0"/>
              <a:t>D</a:t>
            </a:r>
            <a:r>
              <a:rPr lang="en-NL" sz="2000" dirty="0" err="1"/>
              <a:t>oosjes</a:t>
            </a:r>
            <a:r>
              <a:rPr lang="en-NL" sz="2000" dirty="0"/>
              <a:t> </a:t>
            </a:r>
            <a:r>
              <a:rPr lang="en-NL" sz="2000" dirty="0" err="1"/>
              <a:t>tekenen</a:t>
            </a:r>
            <a:endParaRPr lang="en-NL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N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276A2-A773-9292-EC77-F57E5FE7A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8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9B1F6-22F1-E7FE-C442-5A006DCFA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015" y="2321846"/>
            <a:ext cx="1368152" cy="14065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5B675F-4320-EC67-A970-B17EA9301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401" y="913284"/>
            <a:ext cx="2486063" cy="124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59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Aansluitingen van een RAM-module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9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1201316"/>
            <a:ext cx="8274960" cy="44060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583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Praktisch voorbeeld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10</a:t>
            </a:fld>
            <a:endParaRPr lang="nl-NL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775583"/>
            <a:ext cx="6189345" cy="483489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0F04584-6AE0-89F3-62DA-88056C32AE4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5" r="10717"/>
          <a:stretch/>
        </p:blipFill>
        <p:spPr>
          <a:xfrm>
            <a:off x="5508104" y="1320820"/>
            <a:ext cx="3470450" cy="249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0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Praktisch voorbeeld </a:t>
            </a:r>
            <a:r>
              <a:rPr lang="nl-NL" sz="3600" dirty="0" err="1"/>
              <a:t>ingezoomt</a:t>
            </a:r>
            <a:endParaRPr lang="nl-NL" sz="3600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11</a:t>
            </a:fld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FAF6DF-2D1A-9382-A3DE-F995EFE57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74" y="841276"/>
            <a:ext cx="7102124" cy="45684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9CB3976-5F78-D9D8-6E7B-E834FFE001BF}"/>
              </a:ext>
            </a:extLst>
          </p:cNvPr>
          <p:cNvSpPr/>
          <p:nvPr/>
        </p:nvSpPr>
        <p:spPr bwMode="auto">
          <a:xfrm>
            <a:off x="1099256" y="831097"/>
            <a:ext cx="7085470" cy="3394556"/>
          </a:xfrm>
          <a:prstGeom prst="rect">
            <a:avLst/>
          </a:prstGeom>
          <a:solidFill>
            <a:schemeClr val="bg2">
              <a:alpha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F8267-EF4B-D3ED-80C8-F2592AAC55EC}"/>
              </a:ext>
            </a:extLst>
          </p:cNvPr>
          <p:cNvSpPr/>
          <p:nvPr/>
        </p:nvSpPr>
        <p:spPr bwMode="auto">
          <a:xfrm flipV="1">
            <a:off x="2627784" y="4225653"/>
            <a:ext cx="5556942" cy="1194280"/>
          </a:xfrm>
          <a:prstGeom prst="rect">
            <a:avLst/>
          </a:prstGeom>
          <a:solidFill>
            <a:schemeClr val="bg2">
              <a:alpha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7ED39E-8233-7218-B5D0-72721D3E501E}"/>
              </a:ext>
            </a:extLst>
          </p:cNvPr>
          <p:cNvSpPr/>
          <p:nvPr/>
        </p:nvSpPr>
        <p:spPr bwMode="auto">
          <a:xfrm flipV="1">
            <a:off x="3419871" y="828309"/>
            <a:ext cx="4754733" cy="4591623"/>
          </a:xfrm>
          <a:prstGeom prst="rect">
            <a:avLst/>
          </a:prstGeom>
          <a:solidFill>
            <a:schemeClr val="bg2">
              <a:alpha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7C531F-2F1E-87A8-39D0-C547BB6841B9}"/>
              </a:ext>
            </a:extLst>
          </p:cNvPr>
          <p:cNvSpPr/>
          <p:nvPr/>
        </p:nvSpPr>
        <p:spPr bwMode="auto">
          <a:xfrm flipV="1">
            <a:off x="4932040" y="834781"/>
            <a:ext cx="3267211" cy="4591623"/>
          </a:xfrm>
          <a:prstGeom prst="rect">
            <a:avLst/>
          </a:prstGeom>
          <a:solidFill>
            <a:schemeClr val="bg2">
              <a:alpha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FC39BD-85FB-49ED-B46C-31FE100AFE80}"/>
              </a:ext>
            </a:extLst>
          </p:cNvPr>
          <p:cNvSpPr/>
          <p:nvPr/>
        </p:nvSpPr>
        <p:spPr bwMode="auto">
          <a:xfrm flipV="1">
            <a:off x="6516216" y="841006"/>
            <a:ext cx="1683035" cy="4591623"/>
          </a:xfrm>
          <a:prstGeom prst="rect">
            <a:avLst/>
          </a:prstGeom>
          <a:solidFill>
            <a:schemeClr val="bg2">
              <a:alpha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198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25BED-C233-F234-B8C2-33E3D2DD6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Decoder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3569-A54C-2D7A-0364-0DEB45E25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12</a:t>
            </a:fld>
            <a:endParaRPr lang="nl-NL"/>
          </a:p>
        </p:txBody>
      </p:sp>
      <p:pic>
        <p:nvPicPr>
          <p:cNvPr id="5" name="Afbeelding 67">
            <a:extLst>
              <a:ext uri="{FF2B5EF4-FFF2-40B4-BE49-F238E27FC236}">
                <a16:creationId xmlns:a16="http://schemas.microsoft.com/office/drawing/2014/main" id="{2B20FBED-8178-DBFA-1880-01E15D84E70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4154" y="1057300"/>
            <a:ext cx="8967600" cy="2743200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0B50EF-D94E-0C27-9A49-807CDFC99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49588"/>
            <a:ext cx="2843808" cy="182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88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5" y="-96672"/>
            <a:ext cx="8632367" cy="937948"/>
          </a:xfrm>
        </p:spPr>
        <p:txBody>
          <a:bodyPr/>
          <a:lstStyle/>
          <a:p>
            <a:r>
              <a:rPr lang="nl-NL" dirty="0"/>
              <a:t>Intermissie: Datatransfer van A naar B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13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899592" y="1129308"/>
            <a:ext cx="7399020" cy="43815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1877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Intermissie: Drie registers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14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251520" y="1201316"/>
            <a:ext cx="8732160" cy="41515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44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Intermissie: </a:t>
            </a:r>
            <a:r>
              <a:rPr lang="nl-NL" dirty="0" err="1"/>
              <a:t>Tristate</a:t>
            </a:r>
            <a:r>
              <a:rPr lang="nl-NL" dirty="0"/>
              <a:t> buffer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15</a:t>
            </a:fld>
            <a:endParaRPr lang="nl-NL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780" y="1201316"/>
            <a:ext cx="5143500" cy="43091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8104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Intermissie: Gebruik van een bus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16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251520" y="985292"/>
            <a:ext cx="8915040" cy="40834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0636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Intermissie: </a:t>
            </a:r>
            <a:r>
              <a:rPr lang="nl-NL" dirty="0" err="1"/>
              <a:t>Bidirectionele</a:t>
            </a:r>
            <a:r>
              <a:rPr lang="nl-NL" dirty="0"/>
              <a:t> buffers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17</a:t>
            </a:fld>
            <a:endParaRPr lang="nl-NL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81" y="1129308"/>
            <a:ext cx="6166485" cy="42633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3219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D3A5-02E6-4D6B-9768-E31916D5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4-byte </a:t>
            </a:r>
            <a:r>
              <a:rPr lang="en-US" dirty="0" err="1"/>
              <a:t>geheugenmodule</a:t>
            </a:r>
            <a:endParaRPr lang="en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C11AE1-1A17-4B6A-906E-68309A6B4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18</a:t>
            </a:fld>
            <a:endParaRPr lang="nl-NL"/>
          </a:p>
        </p:txBody>
      </p:sp>
      <p:pic>
        <p:nvPicPr>
          <p:cNvPr id="5" name="Afbeelding 65">
            <a:extLst>
              <a:ext uri="{FF2B5EF4-FFF2-40B4-BE49-F238E27FC236}">
                <a16:creationId xmlns:a16="http://schemas.microsoft.com/office/drawing/2014/main" id="{A256BFF7-B642-4CA4-9607-A98DBD474BF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2496" y="769268"/>
            <a:ext cx="5400600" cy="4642449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C2A8AE-651C-6F1F-E066-0F620BF4C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3649588"/>
            <a:ext cx="2843808" cy="1829294"/>
          </a:xfrm>
          <a:prstGeom prst="rect">
            <a:avLst/>
          </a:prstGeom>
        </p:spPr>
      </p:pic>
      <p:pic>
        <p:nvPicPr>
          <p:cNvPr id="6" name="Afbeelding 67">
            <a:extLst>
              <a:ext uri="{FF2B5EF4-FFF2-40B4-BE49-F238E27FC236}">
                <a16:creationId xmlns:a16="http://schemas.microsoft.com/office/drawing/2014/main" id="{A0F0AC10-6B12-40E3-F7D7-5CE1E6D5C48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364088" y="985292"/>
            <a:ext cx="3459634" cy="10081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7978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Extra: Tijdsdiagram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19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1253204"/>
            <a:ext cx="8159400" cy="36205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886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Extra: RAM-module gezien door CPU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20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420928" y="1057300"/>
            <a:ext cx="8183520" cy="444636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12E98A-FFD1-A910-A202-B108301C3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97" y="3815502"/>
            <a:ext cx="2624399" cy="168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10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-96672"/>
            <a:ext cx="8352928" cy="937948"/>
          </a:xfrm>
        </p:spPr>
        <p:txBody>
          <a:bodyPr/>
          <a:lstStyle/>
          <a:p>
            <a:r>
              <a:rPr lang="nl-NL" sz="3200" dirty="0"/>
              <a:t>Extra: RAM-module met 4 </a:t>
            </a:r>
            <a:r>
              <a:rPr lang="nl-NL" sz="3200" dirty="0" err="1"/>
              <a:t>submodulen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21</a:t>
            </a:fld>
            <a:endParaRPr lang="nl-NL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47" y="985292"/>
            <a:ext cx="6264696" cy="4600132"/>
          </a:xfrm>
          <a:prstGeom prst="rect">
            <a:avLst/>
          </a:prstGeom>
          <a:ln>
            <a:noFill/>
          </a:ln>
        </p:spPr>
      </p:pic>
      <p:pic>
        <p:nvPicPr>
          <p:cNvPr id="6" name="Afbeelding 3">
            <a:extLst>
              <a:ext uri="{FF2B5EF4-FFF2-40B4-BE49-F238E27FC236}">
                <a16:creationId xmlns:a16="http://schemas.microsoft.com/office/drawing/2014/main" id="{569FB9C9-A310-43A9-A56D-74D589425FE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652120" y="2252620"/>
            <a:ext cx="3328659" cy="21444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0582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Algemeen blokschema computer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22</a:t>
            </a:fld>
            <a:endParaRPr lang="nl-NL"/>
          </a:p>
        </p:txBody>
      </p:sp>
      <p:pic>
        <p:nvPicPr>
          <p:cNvPr id="5" name="Afbeelding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207860"/>
            <a:ext cx="8640720" cy="38098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2651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A6FAB-97C1-44F1-80A1-86A91C32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/>
              </a:rPr>
              <a:t>Samenvatting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CDEA8B9-C2DA-41FE-9668-F2B6031AD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23</a:t>
            </a:fld>
            <a:endParaRPr lang="nl-NL"/>
          </a:p>
        </p:txBody>
      </p:sp>
      <p:sp>
        <p:nvSpPr>
          <p:cNvPr id="6" name="Tijdelijke aanduiding voor inhoud 3">
            <a:extLst>
              <a:ext uri="{FF2B5EF4-FFF2-40B4-BE49-F238E27FC236}">
                <a16:creationId xmlns:a16="http://schemas.microsoft.com/office/drawing/2014/main" id="{0C2C651C-DCE0-4613-8D3D-D7648E146FCC}"/>
              </a:ext>
            </a:extLst>
          </p:cNvPr>
          <p:cNvSpPr txBox="1">
            <a:spLocks/>
          </p:cNvSpPr>
          <p:nvPr/>
        </p:nvSpPr>
        <p:spPr>
          <a:xfrm>
            <a:off x="359464" y="1069319"/>
            <a:ext cx="8668438" cy="4464496"/>
          </a:xfrm>
          <a:prstGeom prst="rect">
            <a:avLst/>
          </a:prstGeom>
        </p:spPr>
        <p:txBody>
          <a:bodyPr anchor="t"/>
          <a:lstStyle>
            <a:lvl1pPr marL="285728" indent="-285728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E0044"/>
              </a:buClr>
              <a:buSzPct val="120000"/>
              <a:buFont typeface="Arial" panose="020B0604020202020204" pitchFamily="34" charset="0"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68553" indent="-16667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08516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8478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285115" indent="-285115"/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Vandaag is behandeld: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>
                <a:latin typeface="Calibri" panose="020F0502020204030204" pitchFamily="34" charset="0"/>
              </a:rPr>
              <a:t>hoe een computer werkt;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>
                <a:latin typeface="Calibri" panose="020F0502020204030204" pitchFamily="34" charset="0"/>
              </a:rPr>
              <a:t>Wat een bus is;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>
                <a:latin typeface="Calibri" panose="020F0502020204030204" pitchFamily="34" charset="0"/>
              </a:rPr>
              <a:t>Hoe RAM is opgebouwd;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dirty="0">
                <a:latin typeface="Calibri" panose="020F0502020204030204" pitchFamily="34" charset="0"/>
              </a:rPr>
              <a:t>Hoe RAM overzichtelijk weergegeven kan worden</a:t>
            </a:r>
            <a:endParaRPr lang="en-US" sz="2800" b="0" kern="0" dirty="0"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0342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0D3BE-8CEE-48EB-BF61-95793A0A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Verder </a:t>
            </a:r>
            <a:r>
              <a:rPr lang="en-US" dirty="0" err="1"/>
              <a:t>leren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FF975-8460-4B70-95C9-FB7A68502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24</a:t>
            </a:fld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46654-47AB-4806-A42A-CF107F34BCA3}"/>
              </a:ext>
            </a:extLst>
          </p:cNvPr>
          <p:cNvSpPr txBox="1"/>
          <p:nvPr/>
        </p:nvSpPr>
        <p:spPr>
          <a:xfrm>
            <a:off x="395536" y="1201316"/>
            <a:ext cx="73448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Er is meer dan alleen RAM-modules in deze week. Lees het boek en maak de opgaven om verder te leren.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Vragen stellen begin volgende les </a:t>
            </a:r>
            <a:r>
              <a:rPr lang="nl-NL" b="0">
                <a:latin typeface="Calibri" panose="020F0502020204030204" pitchFamily="34" charset="0"/>
              </a:rPr>
              <a:t>of buiten de les om.</a:t>
            </a: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nl-NL" b="0" dirty="0" err="1">
                <a:latin typeface="Calibri" panose="020F0502020204030204" pitchFamily="34" charset="0"/>
              </a:rPr>
              <a:t>Youtube</a:t>
            </a:r>
            <a:r>
              <a:rPr lang="nl-NL" b="0" dirty="0">
                <a:latin typeface="Calibri" panose="020F0502020204030204" pitchFamily="34" charset="0"/>
              </a:rPr>
              <a:t> kanaal van Ben </a:t>
            </a:r>
            <a:r>
              <a:rPr lang="nl-NL" b="0" dirty="0" err="1">
                <a:latin typeface="Calibri" panose="020F0502020204030204" pitchFamily="34" charset="0"/>
              </a:rPr>
              <a:t>Eater</a:t>
            </a:r>
            <a:r>
              <a:rPr lang="nl-NL" b="0" dirty="0">
                <a:latin typeface="Calibri" panose="020F0502020204030204" pitchFamily="34" charset="0"/>
              </a:rPr>
              <a:t>: </a:t>
            </a:r>
            <a:r>
              <a:rPr lang="nl-NL" sz="2400" b="0" dirty="0">
                <a:solidFill>
                  <a:srgbClr val="C00000"/>
                </a:solidFill>
                <a:latin typeface="Calibri" panose="020F0502020204030204" pitchFamily="34" charset="0"/>
                <a:hlinkClick r:id="rId2"/>
              </a:rPr>
              <a:t>Link</a:t>
            </a:r>
            <a:r>
              <a:rPr lang="nl-NL" b="0" dirty="0">
                <a:latin typeface="Calibri" panose="020F0502020204030204" pitchFamily="34" charset="0"/>
              </a:rPr>
              <a:t>. Eigen 8 bit computer gemaakt op </a:t>
            </a:r>
            <a:r>
              <a:rPr lang="nl-NL" b="0" dirty="0" err="1">
                <a:latin typeface="Calibri" panose="020F0502020204030204" pitchFamily="34" charset="0"/>
              </a:rPr>
              <a:t>breadboard</a:t>
            </a:r>
            <a:r>
              <a:rPr lang="nl-NL" b="0" dirty="0">
                <a:latin typeface="Calibri" panose="020F0502020204030204" pitchFamily="34" charset="0"/>
              </a:rPr>
              <a:t>. De link start bij video 6.</a:t>
            </a: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Verdiepende opdracht:</a:t>
            </a:r>
          </a:p>
          <a:p>
            <a:pPr marL="800100" lvl="1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Je hebt 4 RAM-modules met 7 adreslijnen en 4 datalijnen. Maak voor de modules een figuur zoals in figuur 7.17 en 7.20 als 8 adreslijnen en 8 datalijnen beschikbaar zijn.</a:t>
            </a: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endParaRPr lang="nl-NL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044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Vóór volgende les en lab… 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>
                <a:solidFill>
                  <a:srgbClr val="C00000"/>
                </a:solidFill>
              </a:rPr>
              <a:t>Maak opdrachten week 1.</a:t>
            </a:r>
          </a:p>
          <a:p>
            <a:r>
              <a:rPr lang="nl-NL" sz="2800" b="1" dirty="0">
                <a:solidFill>
                  <a:srgbClr val="C00000"/>
                </a:solidFill>
              </a:rPr>
              <a:t>Volgende theorie les opdrachten gezamenlijk bespreken</a:t>
            </a:r>
          </a:p>
          <a:p>
            <a:endParaRPr lang="nl-NL" sz="2800" b="1" dirty="0">
              <a:solidFill>
                <a:srgbClr val="C00000"/>
              </a:solidFill>
            </a:endParaRPr>
          </a:p>
          <a:p>
            <a:r>
              <a:rPr lang="nl-NL" sz="2800" b="1" dirty="0">
                <a:solidFill>
                  <a:srgbClr val="C00000">
                    <a:alpha val="25000"/>
                  </a:srgb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Koop kit 17 bij de hintshop (€ 5</a:t>
            </a:r>
            <a:r>
              <a:rPr lang="en-GB" sz="2800" b="1" dirty="0">
                <a:solidFill>
                  <a:srgbClr val="C00000">
                    <a:alpha val="25000"/>
                  </a:srgb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4</a:t>
            </a:r>
            <a:r>
              <a:rPr lang="nl-NL" sz="2800" b="1" dirty="0">
                <a:solidFill>
                  <a:srgbClr val="C00000">
                    <a:alpha val="25000"/>
                  </a:srgb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) vóór eerste lab.</a:t>
            </a:r>
          </a:p>
          <a:p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9064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EFAE-6256-4400-8ECA-E264F336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Theorie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7BFE6-3816-46BF-A8DD-8D971165D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Heb je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voorbereid</a:t>
            </a:r>
            <a:r>
              <a:rPr lang="en-US" dirty="0"/>
              <a:t>?</a:t>
            </a:r>
          </a:p>
          <a:p>
            <a:r>
              <a:rPr lang="en-US" dirty="0"/>
              <a:t>Lees dan </a:t>
            </a:r>
            <a:r>
              <a:rPr lang="en-US" dirty="0" err="1"/>
              <a:t>hoofdstuk</a:t>
            </a:r>
            <a:r>
              <a:rPr lang="en-US" dirty="0"/>
              <a:t> 7 t/m 7.2 (p.116 – 121)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FB59A-377F-4BE1-BF39-243330148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2291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C1A2-8821-4CDE-B0B0-E371A8AC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Toepassing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568BD-1BFE-4C3F-9D1C-6D707C34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 </a:t>
            </a:r>
            <a:r>
              <a:rPr lang="en-US" dirty="0" err="1"/>
              <a:t>minuten</a:t>
            </a:r>
            <a:r>
              <a:rPr lang="en-US" dirty="0"/>
              <a:t>:</a:t>
            </a:r>
          </a:p>
          <a:p>
            <a:pPr marL="457200" indent="-457200">
              <a:buFontTx/>
              <a:buChar char="-"/>
            </a:pPr>
            <a:r>
              <a:rPr lang="en-US" dirty="0"/>
              <a:t>Wat is de </a:t>
            </a:r>
            <a:r>
              <a:rPr lang="en-US" dirty="0" err="1"/>
              <a:t>functie</a:t>
            </a:r>
            <a:r>
              <a:rPr lang="en-US" dirty="0"/>
              <a:t> van de </a:t>
            </a:r>
            <a:r>
              <a:rPr lang="en-US" dirty="0" err="1"/>
              <a:t>adresbus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 err="1"/>
              <a:t>Zoek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wat het </a:t>
            </a:r>
            <a:r>
              <a:rPr lang="en-US" dirty="0" err="1"/>
              <a:t>verschil</a:t>
            </a:r>
            <a:r>
              <a:rPr lang="en-US" dirty="0"/>
              <a:t> is </a:t>
            </a:r>
            <a:r>
              <a:rPr lang="en-US" dirty="0" err="1"/>
              <a:t>tussen</a:t>
            </a:r>
            <a:r>
              <a:rPr lang="en-US" dirty="0"/>
              <a:t> de </a:t>
            </a:r>
            <a:r>
              <a:rPr lang="en-US" dirty="0" err="1"/>
              <a:t>uitwerking</a:t>
            </a:r>
            <a:r>
              <a:rPr lang="en-US" dirty="0"/>
              <a:t> van </a:t>
            </a:r>
            <a:r>
              <a:rPr lang="en-US" dirty="0" err="1"/>
              <a:t>figuur</a:t>
            </a:r>
            <a:r>
              <a:rPr lang="en-US" dirty="0"/>
              <a:t> 7.17 </a:t>
            </a:r>
            <a:r>
              <a:rPr lang="en-US" dirty="0" err="1"/>
              <a:t>en</a:t>
            </a:r>
            <a:r>
              <a:rPr lang="en-US" dirty="0"/>
              <a:t> 7.20 (p.126-127)</a:t>
            </a:r>
          </a:p>
          <a:p>
            <a:pPr marL="457200" indent="-457200">
              <a:buFontTx/>
              <a:buChar char="-"/>
            </a:pPr>
            <a:r>
              <a:rPr lang="en-US" dirty="0"/>
              <a:t>Hoe is </a:t>
            </a:r>
            <a:r>
              <a:rPr lang="en-US" dirty="0" err="1"/>
              <a:t>figuur</a:t>
            </a:r>
            <a:r>
              <a:rPr lang="en-US" dirty="0"/>
              <a:t> 7.20 </a:t>
            </a:r>
            <a:r>
              <a:rPr lang="en-US" dirty="0" err="1"/>
              <a:t>opgebouwd</a:t>
            </a:r>
            <a:r>
              <a:rPr lang="en-US" dirty="0"/>
              <a:t>? </a:t>
            </a:r>
            <a:r>
              <a:rPr lang="en-US" dirty="0" err="1"/>
              <a:t>Gebruik</a:t>
            </a:r>
            <a:r>
              <a:rPr lang="en-US" dirty="0"/>
              <a:t> 7.13 (maar dan 4 bits variant) </a:t>
            </a:r>
            <a:r>
              <a:rPr lang="en-US" dirty="0" err="1"/>
              <a:t>en</a:t>
            </a:r>
            <a:r>
              <a:rPr lang="en-US" dirty="0"/>
              <a:t> 7.13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31045-23A0-4924-A058-BD044E2DA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0477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56D9-D07D-4CC2-9BC4-FD240F5B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7.17 </a:t>
            </a:r>
            <a:r>
              <a:rPr lang="en-US" dirty="0" err="1"/>
              <a:t>en</a:t>
            </a:r>
            <a:r>
              <a:rPr lang="en-US" dirty="0"/>
              <a:t> 7.20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69B7B-B9D1-4EA2-A485-A93C6F359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28</a:t>
            </a:fld>
            <a:endParaRPr lang="nl-NL"/>
          </a:p>
        </p:txBody>
      </p:sp>
      <p:pic>
        <p:nvPicPr>
          <p:cNvPr id="5" name="Afbeelding 73">
            <a:extLst>
              <a:ext uri="{FF2B5EF4-FFF2-40B4-BE49-F238E27FC236}">
                <a16:creationId xmlns:a16="http://schemas.microsoft.com/office/drawing/2014/main" id="{8377F753-C907-431B-9E0E-D9704A143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921396"/>
            <a:ext cx="4024274" cy="2592359"/>
          </a:xfrm>
          <a:prstGeom prst="rect">
            <a:avLst/>
          </a:prstGeom>
          <a:ln>
            <a:noFill/>
          </a:ln>
        </p:spPr>
      </p:pic>
      <p:pic>
        <p:nvPicPr>
          <p:cNvPr id="6" name="Afbeelding 79">
            <a:extLst>
              <a:ext uri="{FF2B5EF4-FFF2-40B4-BE49-F238E27FC236}">
                <a16:creationId xmlns:a16="http://schemas.microsoft.com/office/drawing/2014/main" id="{FAF6888A-D1B2-46D2-B878-64126C379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1930718"/>
            <a:ext cx="3841010" cy="23475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901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4BF8-C7CB-423A-83A3-9FE6B76F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7.13, 7.14 </a:t>
            </a:r>
            <a:r>
              <a:rPr lang="en-US" dirty="0" err="1"/>
              <a:t>en</a:t>
            </a:r>
            <a:r>
              <a:rPr lang="en-US" dirty="0"/>
              <a:t> 7.20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5CDE4-A63B-47A9-90CC-5ED05C7C1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29</a:t>
            </a:fld>
            <a:endParaRPr lang="nl-NL"/>
          </a:p>
        </p:txBody>
      </p:sp>
      <p:pic>
        <p:nvPicPr>
          <p:cNvPr id="5" name="Afbeelding 79">
            <a:extLst>
              <a:ext uri="{FF2B5EF4-FFF2-40B4-BE49-F238E27FC236}">
                <a16:creationId xmlns:a16="http://schemas.microsoft.com/office/drawing/2014/main" id="{23FDCA23-0D48-4872-9639-1A86D7EA1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006" y="2641477"/>
            <a:ext cx="3692426" cy="2256759"/>
          </a:xfrm>
          <a:prstGeom prst="rect">
            <a:avLst/>
          </a:prstGeom>
          <a:ln>
            <a:noFill/>
          </a:ln>
        </p:spPr>
      </p:pic>
      <p:pic>
        <p:nvPicPr>
          <p:cNvPr id="7" name="Afbeelding 65">
            <a:extLst>
              <a:ext uri="{FF2B5EF4-FFF2-40B4-BE49-F238E27FC236}">
                <a16:creationId xmlns:a16="http://schemas.microsoft.com/office/drawing/2014/main" id="{23147DDD-876C-4A9C-AC8F-57E19DB94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2" y="2353444"/>
            <a:ext cx="3687470" cy="3169812"/>
          </a:xfrm>
          <a:prstGeom prst="rect">
            <a:avLst/>
          </a:prstGeom>
          <a:ln>
            <a:noFill/>
          </a:ln>
        </p:spPr>
      </p:pic>
      <p:pic>
        <p:nvPicPr>
          <p:cNvPr id="8" name="Afbeelding 67">
            <a:extLst>
              <a:ext uri="{FF2B5EF4-FFF2-40B4-BE49-F238E27FC236}">
                <a16:creationId xmlns:a16="http://schemas.microsoft.com/office/drawing/2014/main" id="{2E8EAE4B-837A-4144-9861-2ED721B30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8470" y="1057300"/>
            <a:ext cx="4058443" cy="124148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879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Busverbinding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30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382064" y="1993404"/>
            <a:ext cx="8366400" cy="1662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4192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Vier-</a:t>
            </a:r>
            <a:r>
              <a:rPr lang="nl-NL" dirty="0" err="1"/>
              <a:t>lijns</a:t>
            </a:r>
            <a:r>
              <a:rPr lang="nl-NL" dirty="0"/>
              <a:t> busverbinding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31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4704" y="1686596"/>
            <a:ext cx="8915040" cy="27550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3693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Compacte tekenwijze voor vier-</a:t>
            </a:r>
            <a:r>
              <a:rPr lang="nl-NL" sz="3600" dirty="0" err="1"/>
              <a:t>lijns</a:t>
            </a:r>
            <a:r>
              <a:rPr lang="nl-NL" sz="3600" dirty="0"/>
              <a:t> bus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32</a:t>
            </a:fld>
            <a:endParaRPr lang="nl-NL"/>
          </a:p>
        </p:txBody>
      </p:sp>
      <p:pic>
        <p:nvPicPr>
          <p:cNvPr id="4" name="Afbeelding 3"/>
          <p:cNvPicPr/>
          <p:nvPr/>
        </p:nvPicPr>
        <p:blipFill>
          <a:blip r:embed="rId3"/>
          <a:stretch>
            <a:fillRect/>
          </a:stretch>
        </p:blipFill>
        <p:spPr>
          <a:xfrm>
            <a:off x="107504" y="1557308"/>
            <a:ext cx="8915040" cy="2452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223025"/>
      </p:ext>
    </p:extLst>
  </p:cSld>
  <p:clrMapOvr>
    <a:masterClrMapping/>
  </p:clrMapOvr>
</p:sld>
</file>

<file path=ppt/theme/theme1.xml><?xml version="1.0" encoding="utf-8"?>
<a:theme xmlns:a="http://schemas.openxmlformats.org/drawingml/2006/main" name="hoofdstuk pagina">
  <a:themeElements>
    <a:clrScheme name="HR 1">
      <a:dk1>
        <a:srgbClr val="000066"/>
      </a:dk1>
      <a:lt1>
        <a:srgbClr val="FFFFFF"/>
      </a:lt1>
      <a:dk2>
        <a:srgbClr val="000000"/>
      </a:dk2>
      <a:lt2>
        <a:srgbClr val="808080"/>
      </a:lt2>
      <a:accent1>
        <a:srgbClr val="000066"/>
      </a:accent1>
      <a:accent2>
        <a:srgbClr val="B10538"/>
      </a:accent2>
      <a:accent3>
        <a:srgbClr val="FBCC19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</a:objectDefaults>
  <a:extraClrSchemeLst>
    <a:extraClrScheme>
      <a:clrScheme name="1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F69C6172-A376-40A5-9431-FF42499BECDB}"/>
    </a:ext>
  </a:extLst>
</a:theme>
</file>

<file path=ppt/theme/theme2.xml><?xml version="1.0" encoding="utf-8"?>
<a:theme xmlns:a="http://schemas.openxmlformats.org/drawingml/2006/main" name="1_tekst pagina">
  <a:themeElements>
    <a:clrScheme name="Aangepas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70C0"/>
      </a:hlink>
      <a:folHlink>
        <a:srgbClr val="0070C0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err="1" smtClean="0">
            <a:solidFill>
              <a:srgbClr val="C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E0B3DCAC-C4DB-4C0B-8706-E78025A1BCAC}"/>
    </a:ext>
  </a:extLst>
</a:theme>
</file>

<file path=ppt/theme/theme3.xml><?xml version="1.0" encoding="utf-8"?>
<a:theme xmlns:a="http://schemas.openxmlformats.org/drawingml/2006/main" name="1_tekst pagina">
  <a:themeElements>
    <a:clrScheme name="Aangepas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70C0"/>
      </a:hlink>
      <a:folHlink>
        <a:srgbClr val="0070C0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err="1" smtClean="0">
            <a:solidFill>
              <a:srgbClr val="C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E0B3DCAC-C4DB-4C0B-8706-E78025A1BCAC}"/>
    </a:ext>
  </a:extLst>
</a:theme>
</file>

<file path=ppt/theme/theme4.xml><?xml version="1.0" encoding="utf-8"?>
<a:theme xmlns:a="http://schemas.openxmlformats.org/drawingml/2006/main" name="2_tekst pagina">
  <a:themeElements>
    <a:clrScheme name="Aangepas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70C0"/>
      </a:hlink>
      <a:folHlink>
        <a:srgbClr val="0070C0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err="1" smtClean="0">
            <a:solidFill>
              <a:srgbClr val="C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E0B3DCAC-C4DB-4C0B-8706-E78025A1BCAC}"/>
    </a:ext>
  </a:extLst>
</a:theme>
</file>

<file path=ppt/theme/theme5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F07BCB72A92B4C9D76046AECE9B625" ma:contentTypeVersion="0" ma:contentTypeDescription="Een nieuw document maken." ma:contentTypeScope="" ma:versionID="6eba64e5f589dd0ea50e64ebf7ab9e0f">
  <xsd:schema xmlns:xsd="http://www.w3.org/2001/XMLSchema" xmlns:p="http://schemas.microsoft.com/office/2006/metadata/properties" targetNamespace="http://schemas.microsoft.com/office/2006/metadata/properties" ma:root="true" ma:fieldsID="b118b0825d757084c8d1e1ffd33f200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 ma:readOnly="tru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340D80-9729-43ED-BFCA-D40C2EB1FF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3F368F40-2527-4CD4-8EA8-8965DAA7BF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368582-F340-48C1-9CD3-16BF51AC381B}">
  <ds:schemaRefs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2013 HR template NL</Template>
  <TotalTime>10</TotalTime>
  <Words>1221</Words>
  <Application>Microsoft Office PowerPoint</Application>
  <PresentationFormat>On-screen Show (16:10)</PresentationFormat>
  <Paragraphs>201</Paragraphs>
  <Slides>32</Slides>
  <Notes>23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Lucida Grande</vt:lpstr>
      <vt:lpstr>Open Sans</vt:lpstr>
      <vt:lpstr>Verdana</vt:lpstr>
      <vt:lpstr>hoofdstuk pagina</vt:lpstr>
      <vt:lpstr>1_tekst pagina</vt:lpstr>
      <vt:lpstr>1_tekst pagina</vt:lpstr>
      <vt:lpstr>2_tekst pagina</vt:lpstr>
      <vt:lpstr>EMS20  Theorie Week 3 Computerarchitectuur</vt:lpstr>
      <vt:lpstr>Je gaat deze les leren:</vt:lpstr>
      <vt:lpstr>Overzicht</vt:lpstr>
      <vt:lpstr>Gegevensstroom door een computer</vt:lpstr>
      <vt:lpstr>Weergave van digitaal opgeslagen geluid</vt:lpstr>
      <vt:lpstr>Schematische opbouw van een computer</vt:lpstr>
      <vt:lpstr>Onderwerpen</vt:lpstr>
      <vt:lpstr>Voorkennis uit ELE10</vt:lpstr>
      <vt:lpstr>Aansluitingen van een RAM-module</vt:lpstr>
      <vt:lpstr>Praktisch voorbeeld</vt:lpstr>
      <vt:lpstr>Praktisch voorbeeld ingezoomt</vt:lpstr>
      <vt:lpstr>Decoder</vt:lpstr>
      <vt:lpstr>Intermissie: Datatransfer van A naar B</vt:lpstr>
      <vt:lpstr>Intermissie: Drie registers</vt:lpstr>
      <vt:lpstr>Intermissie: Tristate buffer</vt:lpstr>
      <vt:lpstr>Intermissie: Gebruik van een bus</vt:lpstr>
      <vt:lpstr>Intermissie: Bidirectionele buffers</vt:lpstr>
      <vt:lpstr>4-byte geheugenmodule</vt:lpstr>
      <vt:lpstr>Extra: Tijdsdiagram</vt:lpstr>
      <vt:lpstr>Extra: RAM-module gezien door CPU</vt:lpstr>
      <vt:lpstr>Extra: RAM-module met 4 submodulen</vt:lpstr>
      <vt:lpstr>Algemeen blokschema computer</vt:lpstr>
      <vt:lpstr>Samenvatting</vt:lpstr>
      <vt:lpstr>Verder leren</vt:lpstr>
      <vt:lpstr>Vóór volgende les en lab… </vt:lpstr>
      <vt:lpstr>Theorie</vt:lpstr>
      <vt:lpstr>Toepassing</vt:lpstr>
      <vt:lpstr>7.17 en 7.20</vt:lpstr>
      <vt:lpstr> 7.13, 7.14 en 7.20</vt:lpstr>
      <vt:lpstr>Busverbinding</vt:lpstr>
      <vt:lpstr>Vier-lijns busverbinding</vt:lpstr>
      <vt:lpstr>Compacte tekenwijze voor vier-lijns bus</vt:lpstr>
    </vt:vector>
  </TitlesOfParts>
  <Company>Hogeschool Rotterdam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over enkele regel</dc:title>
  <dc:creator>Versluis, D.</dc:creator>
  <cp:lastModifiedBy>Verhagen, R.T. (Ron)</cp:lastModifiedBy>
  <cp:revision>99</cp:revision>
  <cp:lastPrinted>2013-05-13T15:29:32Z</cp:lastPrinted>
  <dcterms:created xsi:type="dcterms:W3CDTF">2017-11-15T06:58:38Z</dcterms:created>
  <dcterms:modified xsi:type="dcterms:W3CDTF">2026-07-16T11:28:38Z</dcterms:modified>
</cp:coreProperties>
</file>