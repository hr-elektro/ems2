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4030" r:id="rId4"/>
    <p:sldMasterId id="2147484650" r:id="rId5"/>
  </p:sldMasterIdLst>
  <p:notesMasterIdLst>
    <p:notesMasterId r:id="rId48"/>
  </p:notesMasterIdLst>
  <p:handoutMasterIdLst>
    <p:handoutMasterId r:id="rId49"/>
  </p:handoutMasterIdLst>
  <p:sldIdLst>
    <p:sldId id="389" r:id="rId6"/>
    <p:sldId id="385" r:id="rId7"/>
    <p:sldId id="332" r:id="rId8"/>
    <p:sldId id="333" r:id="rId9"/>
    <p:sldId id="372" r:id="rId10"/>
    <p:sldId id="336" r:id="rId11"/>
    <p:sldId id="331" r:id="rId12"/>
    <p:sldId id="338" r:id="rId13"/>
    <p:sldId id="339" r:id="rId14"/>
    <p:sldId id="386" r:id="rId15"/>
    <p:sldId id="387" r:id="rId16"/>
    <p:sldId id="342" r:id="rId17"/>
    <p:sldId id="343" r:id="rId18"/>
    <p:sldId id="388" r:id="rId19"/>
    <p:sldId id="380" r:id="rId20"/>
    <p:sldId id="323" r:id="rId21"/>
    <p:sldId id="383" r:id="rId22"/>
    <p:sldId id="359" r:id="rId23"/>
    <p:sldId id="382" r:id="rId24"/>
    <p:sldId id="381" r:id="rId25"/>
    <p:sldId id="329" r:id="rId26"/>
    <p:sldId id="384" r:id="rId27"/>
    <p:sldId id="360" r:id="rId28"/>
    <p:sldId id="361" r:id="rId29"/>
    <p:sldId id="330" r:id="rId30"/>
    <p:sldId id="325" r:id="rId31"/>
    <p:sldId id="341" r:id="rId32"/>
    <p:sldId id="344" r:id="rId33"/>
    <p:sldId id="346" r:id="rId34"/>
    <p:sldId id="347" r:id="rId35"/>
    <p:sldId id="355" r:id="rId36"/>
    <p:sldId id="356" r:id="rId37"/>
    <p:sldId id="350" r:id="rId38"/>
    <p:sldId id="348" r:id="rId39"/>
    <p:sldId id="349" r:id="rId40"/>
    <p:sldId id="358" r:id="rId41"/>
    <p:sldId id="362" r:id="rId42"/>
    <p:sldId id="364" r:id="rId43"/>
    <p:sldId id="363" r:id="rId44"/>
    <p:sldId id="340" r:id="rId45"/>
    <p:sldId id="379" r:id="rId46"/>
    <p:sldId id="376" r:id="rId47"/>
  </p:sldIdLst>
  <p:sldSz cx="9144000" cy="5715000" type="screen16x1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2400" b="1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sz="2400" b="1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sz="2400" b="1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sz="2400" b="1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 userDrawn="1">
          <p15:clr>
            <a:srgbClr val="A4A3A4"/>
          </p15:clr>
        </p15:guide>
        <p15:guide id="2" orient="horz" pos="320" userDrawn="1">
          <p15:clr>
            <a:srgbClr val="A4A3A4"/>
          </p15:clr>
        </p15:guide>
        <p15:guide id="3" orient="horz" pos="2934" userDrawn="1">
          <p15:clr>
            <a:srgbClr val="A4A3A4"/>
          </p15:clr>
        </p15:guide>
        <p15:guide id="4" pos="2880" userDrawn="1">
          <p15:clr>
            <a:srgbClr val="A4A3A4"/>
          </p15:clr>
        </p15:guide>
        <p15:guide id="5" pos="1920" userDrawn="1">
          <p15:clr>
            <a:srgbClr val="A4A3A4"/>
          </p15:clr>
        </p15:guide>
        <p15:guide id="6" pos="960" userDrawn="1">
          <p15:clr>
            <a:srgbClr val="A4A3A4"/>
          </p15:clr>
        </p15:guide>
        <p15:guide id="7" pos="3840" userDrawn="1">
          <p15:clr>
            <a:srgbClr val="A4A3A4"/>
          </p15:clr>
        </p15:guide>
        <p15:guide id="8" pos="4800" userDrawn="1">
          <p15:clr>
            <a:srgbClr val="A4A3A4"/>
          </p15:clr>
        </p15:guide>
        <p15:guide id="9" pos="17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roeders, J.Z.M. (Harry)" initials="BJ(" lastIdx="1" clrIdx="0">
    <p:extLst>
      <p:ext uri="{19B8F6BF-5375-455C-9EA6-DF929625EA0E}">
        <p15:presenceInfo xmlns:p15="http://schemas.microsoft.com/office/powerpoint/2012/main" userId="Broeders, J.Z.M. (Harry)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frameSlides="1"/>
  <p:showPr loop="1"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B10538"/>
    <a:srgbClr val="B71327"/>
    <a:srgbClr val="CF0033"/>
    <a:srgbClr val="CC0033"/>
    <a:srgbClr val="D4737D"/>
    <a:srgbClr val="FBE0DF"/>
    <a:srgbClr val="A4D7DF"/>
    <a:srgbClr val="F3C3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623" autoAdjust="0"/>
    <p:restoredTop sz="94660"/>
  </p:normalViewPr>
  <p:slideViewPr>
    <p:cSldViewPr snapToGrid="0">
      <p:cViewPr varScale="1">
        <p:scale>
          <a:sx n="179" d="100"/>
          <a:sy n="179" d="100"/>
        </p:scale>
        <p:origin x="330" y="198"/>
      </p:cViewPr>
      <p:guideLst>
        <p:guide orient="horz" pos="1800"/>
        <p:guide orient="horz" pos="320"/>
        <p:guide orient="horz" pos="2934"/>
        <p:guide pos="2880"/>
        <p:guide pos="1920"/>
        <p:guide pos="960"/>
        <p:guide pos="3840"/>
        <p:guide pos="4800"/>
        <p:guide pos="171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50" Type="http://schemas.openxmlformats.org/officeDocument/2006/relationships/commentAuthors" Target="commentAuthors.xml"/><Relationship Id="rId55" Type="http://schemas.microsoft.com/office/2016/11/relationships/changesInfo" Target="changesInfos/changesInfo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3.xml"/><Relationship Id="rId51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n" userId="232a7581-4ed9-4945-b881-14b492608e41" providerId="ADAL" clId="{3C82D024-CAB9-4E73-825C-A02DF91E80A5}"/>
    <pc:docChg chg="addSld modSld">
      <pc:chgData name="Ron" userId="232a7581-4ed9-4945-b881-14b492608e41" providerId="ADAL" clId="{3C82D024-CAB9-4E73-825C-A02DF91E80A5}" dt="2021-09-13T09:19:58.472" v="1"/>
      <pc:docMkLst>
        <pc:docMk/>
      </pc:docMkLst>
      <pc:sldChg chg="add">
        <pc:chgData name="Ron" userId="232a7581-4ed9-4945-b881-14b492608e41" providerId="ADAL" clId="{3C82D024-CAB9-4E73-825C-A02DF91E80A5}" dt="2021-09-13T08:00:10.340" v="0"/>
        <pc:sldMkLst>
          <pc:docMk/>
          <pc:sldMk cId="978914849" sldId="378"/>
        </pc:sldMkLst>
      </pc:sldChg>
      <pc:sldChg chg="add">
        <pc:chgData name="Ron" userId="232a7581-4ed9-4945-b881-14b492608e41" providerId="ADAL" clId="{3C82D024-CAB9-4E73-825C-A02DF91E80A5}" dt="2021-09-13T09:19:58.472" v="1"/>
        <pc:sldMkLst>
          <pc:docMk/>
          <pc:sldMk cId="3160342035" sldId="379"/>
        </pc:sldMkLst>
      </pc:sldChg>
    </pc:docChg>
  </pc:docChgLst>
  <pc:docChgLst>
    <pc:chgData name="Verhagen, R.T. (Ron)" userId="232a7581-4ed9-4945-b881-14b492608e41" providerId="ADAL" clId="{64E5560C-6652-4601-AC91-01BDA5221645}"/>
    <pc:docChg chg="modSld">
      <pc:chgData name="Verhagen, R.T. (Ron)" userId="232a7581-4ed9-4945-b881-14b492608e41" providerId="ADAL" clId="{64E5560C-6652-4601-AC91-01BDA5221645}" dt="2021-09-27T09:34:53.638" v="15" actId="20577"/>
      <pc:docMkLst>
        <pc:docMk/>
      </pc:docMkLst>
      <pc:sldChg chg="modSp mod">
        <pc:chgData name="Verhagen, R.T. (Ron)" userId="232a7581-4ed9-4945-b881-14b492608e41" providerId="ADAL" clId="{64E5560C-6652-4601-AC91-01BDA5221645}" dt="2021-09-27T09:34:53.638" v="15" actId="20577"/>
        <pc:sldMkLst>
          <pc:docMk/>
          <pc:sldMk cId="3538151483" sldId="376"/>
        </pc:sldMkLst>
        <pc:spChg chg="mod">
          <ac:chgData name="Verhagen, R.T. (Ron)" userId="232a7581-4ed9-4945-b881-14b492608e41" providerId="ADAL" clId="{64E5560C-6652-4601-AC91-01BDA5221645}" dt="2021-09-27T09:34:53.638" v="15" actId="20577"/>
          <ac:spMkLst>
            <pc:docMk/>
            <pc:sldMk cId="3538151483" sldId="376"/>
            <ac:spMk id="4" creationId="{D0C0D3BE-8CEE-48EB-BF61-95793A0AFFF5}"/>
          </ac:spMkLst>
        </pc:spChg>
      </pc:sldChg>
      <pc:sldChg chg="modSp mod">
        <pc:chgData name="Verhagen, R.T. (Ron)" userId="232a7581-4ed9-4945-b881-14b492608e41" providerId="ADAL" clId="{64E5560C-6652-4601-AC91-01BDA5221645}" dt="2021-09-27T08:05:16.169" v="0"/>
        <pc:sldMkLst>
          <pc:docMk/>
          <pc:sldMk cId="978914849" sldId="378"/>
        </pc:sldMkLst>
        <pc:spChg chg="mod">
          <ac:chgData name="Verhagen, R.T. (Ron)" userId="232a7581-4ed9-4945-b881-14b492608e41" providerId="ADAL" clId="{64E5560C-6652-4601-AC91-01BDA5221645}" dt="2021-09-27T08:05:16.169" v="0"/>
          <ac:spMkLst>
            <pc:docMk/>
            <pc:sldMk cId="978914849" sldId="378"/>
            <ac:spMk id="2" creationId="{6B5A6FAB-97C1-44F1-80A1-86A91C32A86A}"/>
          </ac:spMkLst>
        </pc:spChg>
      </pc:sldChg>
      <pc:sldChg chg="modSp mod">
        <pc:chgData name="Verhagen, R.T. (Ron)" userId="232a7581-4ed9-4945-b881-14b492608e41" providerId="ADAL" clId="{64E5560C-6652-4601-AC91-01BDA5221645}" dt="2021-09-27T09:34:43.886" v="12" actId="20577"/>
        <pc:sldMkLst>
          <pc:docMk/>
          <pc:sldMk cId="3160342035" sldId="379"/>
        </pc:sldMkLst>
        <pc:spChg chg="mod">
          <ac:chgData name="Verhagen, R.T. (Ron)" userId="232a7581-4ed9-4945-b881-14b492608e41" providerId="ADAL" clId="{64E5560C-6652-4601-AC91-01BDA5221645}" dt="2021-09-27T09:34:43.886" v="12" actId="20577"/>
          <ac:spMkLst>
            <pc:docMk/>
            <pc:sldMk cId="3160342035" sldId="379"/>
            <ac:spMk id="2" creationId="{6B5A6FAB-97C1-44F1-80A1-86A91C32A86A}"/>
          </ac:spMkLst>
        </pc:spChg>
      </pc:sldChg>
    </pc:docChg>
  </pc:docChgLst>
  <pc:docChgLst>
    <pc:chgData name="Remco van den Enden" userId="0ebf1ae7-f412-4a41-bd03-b38a5d9f91fc" providerId="ADAL" clId="{282EB25F-464C-4F65-B8BE-5EC1AF3EA308}"/>
    <pc:docChg chg="modSld">
      <pc:chgData name="Remco van den Enden" userId="0ebf1ae7-f412-4a41-bd03-b38a5d9f91fc" providerId="ADAL" clId="{282EB25F-464C-4F65-B8BE-5EC1AF3EA308}" dt="2018-09-17T10:12:35.071" v="1" actId="20577"/>
      <pc:docMkLst>
        <pc:docMk/>
      </pc:docMkLst>
      <pc:sldChg chg="modSp">
        <pc:chgData name="Remco van den Enden" userId="0ebf1ae7-f412-4a41-bd03-b38a5d9f91fc" providerId="ADAL" clId="{282EB25F-464C-4F65-B8BE-5EC1AF3EA308}" dt="2018-09-17T10:12:28.332" v="0" actId="20577"/>
        <pc:sldMkLst>
          <pc:docMk/>
          <pc:sldMk cId="4271662944" sldId="326"/>
        </pc:sldMkLst>
        <pc:spChg chg="mod">
          <ac:chgData name="Remco van den Enden" userId="0ebf1ae7-f412-4a41-bd03-b38a5d9f91fc" providerId="ADAL" clId="{282EB25F-464C-4F65-B8BE-5EC1AF3EA308}" dt="2018-09-17T10:12:28.332" v="0" actId="20577"/>
          <ac:spMkLst>
            <pc:docMk/>
            <pc:sldMk cId="4271662944" sldId="326"/>
            <ac:spMk id="3" creationId="{00000000-0000-0000-0000-000000000000}"/>
          </ac:spMkLst>
        </pc:spChg>
      </pc:sldChg>
      <pc:sldChg chg="modSp">
        <pc:chgData name="Remco van den Enden" userId="0ebf1ae7-f412-4a41-bd03-b38a5d9f91fc" providerId="ADAL" clId="{282EB25F-464C-4F65-B8BE-5EC1AF3EA308}" dt="2018-09-17T10:12:35.071" v="1" actId="20577"/>
        <pc:sldMkLst>
          <pc:docMk/>
          <pc:sldMk cId="3897640355" sldId="327"/>
        </pc:sldMkLst>
        <pc:spChg chg="mod">
          <ac:chgData name="Remco van den Enden" userId="0ebf1ae7-f412-4a41-bd03-b38a5d9f91fc" providerId="ADAL" clId="{282EB25F-464C-4F65-B8BE-5EC1AF3EA308}" dt="2018-09-17T10:12:35.071" v="1" actId="20577"/>
          <ac:spMkLst>
            <pc:docMk/>
            <pc:sldMk cId="3897640355" sldId="327"/>
            <ac:spMk id="3" creationId="{00000000-0000-0000-0000-000000000000}"/>
          </ac:spMkLst>
        </pc:spChg>
      </pc:sldChg>
    </pc:docChg>
  </pc:docChgLst>
  <pc:docChgLst>
    <pc:chgData name="Anwar Almofti (0926894)" userId="S::0926894@hr.nl::75dd6634-d4e5-4dff-9143-a992a82beac1" providerId="AD" clId="Web-{42086680-435E-41BF-898F-9A3E24B70EDB}"/>
    <pc:docChg chg="addSld modSld sldOrd">
      <pc:chgData name="Anwar Almofti (0926894)" userId="S::0926894@hr.nl::75dd6634-d4e5-4dff-9143-a992a82beac1" providerId="AD" clId="Web-{42086680-435E-41BF-898F-9A3E24B70EDB}" dt="2018-09-16T22:27:22.168" v="788" actId="20577"/>
      <pc:docMkLst>
        <pc:docMk/>
      </pc:docMkLst>
      <pc:sldChg chg="addSp delSp modSp new ord">
        <pc:chgData name="Anwar Almofti (0926894)" userId="S::0926894@hr.nl::75dd6634-d4e5-4dff-9143-a992a82beac1" providerId="AD" clId="Web-{42086680-435E-41BF-898F-9A3E24B70EDB}" dt="2018-09-16T22:21:35.031" v="622" actId="20577"/>
        <pc:sldMkLst>
          <pc:docMk/>
          <pc:sldMk cId="2316605362" sldId="352"/>
        </pc:sldMkLst>
        <pc:spChg chg="del">
          <ac:chgData name="Anwar Almofti (0926894)" userId="S::0926894@hr.nl::75dd6634-d4e5-4dff-9143-a992a82beac1" providerId="AD" clId="Web-{42086680-435E-41BF-898F-9A3E24B70EDB}" dt="2018-09-16T22:01:08.905" v="1" actId="20577"/>
          <ac:spMkLst>
            <pc:docMk/>
            <pc:sldMk cId="2316605362" sldId="352"/>
            <ac:spMk id="2" creationId="{3BCC9196-922C-48DF-98AB-2873FAAD506E}"/>
          </ac:spMkLst>
        </pc:spChg>
        <pc:spChg chg="add mod">
          <ac:chgData name="Anwar Almofti (0926894)" userId="S::0926894@hr.nl::75dd6634-d4e5-4dff-9143-a992a82beac1" providerId="AD" clId="Web-{42086680-435E-41BF-898F-9A3E24B70EDB}" dt="2018-09-16T22:09:28.267" v="308" actId="20577"/>
          <ac:spMkLst>
            <pc:docMk/>
            <pc:sldMk cId="2316605362" sldId="352"/>
            <ac:spMk id="4" creationId="{2E7B7FDC-964F-442E-9230-47A83A60C3E6}"/>
          </ac:spMkLst>
        </pc:spChg>
        <pc:spChg chg="add mod">
          <ac:chgData name="Anwar Almofti (0926894)" userId="S::0926894@hr.nl::75dd6634-d4e5-4dff-9143-a992a82beac1" providerId="AD" clId="Web-{42086680-435E-41BF-898F-9A3E24B70EDB}" dt="2018-09-16T22:06:54.657" v="218" actId="20577"/>
          <ac:spMkLst>
            <pc:docMk/>
            <pc:sldMk cId="2316605362" sldId="352"/>
            <ac:spMk id="5" creationId="{83B73AF7-BC4E-4800-B529-61623920A808}"/>
          </ac:spMkLst>
        </pc:spChg>
        <pc:spChg chg="add mod">
          <ac:chgData name="Anwar Almofti (0926894)" userId="S::0926894@hr.nl::75dd6634-d4e5-4dff-9143-a992a82beac1" providerId="AD" clId="Web-{42086680-435E-41BF-898F-9A3E24B70EDB}" dt="2018-09-16T22:12:09.155" v="407" actId="20577"/>
          <ac:spMkLst>
            <pc:docMk/>
            <pc:sldMk cId="2316605362" sldId="352"/>
            <ac:spMk id="6" creationId="{324BE41D-6F2C-4E44-9411-D8E20190A0A7}"/>
          </ac:spMkLst>
        </pc:spChg>
        <pc:spChg chg="add mod">
          <ac:chgData name="Anwar Almofti (0926894)" userId="S::0926894@hr.nl::75dd6634-d4e5-4dff-9143-a992a82beac1" providerId="AD" clId="Web-{42086680-435E-41BF-898F-9A3E24B70EDB}" dt="2018-09-16T22:16:36.860" v="482" actId="20577"/>
          <ac:spMkLst>
            <pc:docMk/>
            <pc:sldMk cId="2316605362" sldId="352"/>
            <ac:spMk id="7" creationId="{DB3122F0-976A-48FD-9CD9-A7A3B5181FAC}"/>
          </ac:spMkLst>
        </pc:spChg>
      </pc:sldChg>
      <pc:sldChg chg="addSp delSp modSp new">
        <pc:chgData name="Anwar Almofti (0926894)" userId="S::0926894@hr.nl::75dd6634-d4e5-4dff-9143-a992a82beac1" providerId="AD" clId="Web-{42086680-435E-41BF-898F-9A3E24B70EDB}" dt="2018-09-16T22:21:26.931" v="621" actId="1076"/>
        <pc:sldMkLst>
          <pc:docMk/>
          <pc:sldMk cId="2752253136" sldId="353"/>
        </pc:sldMkLst>
        <pc:spChg chg="del">
          <ac:chgData name="Anwar Almofti (0926894)" userId="S::0926894@hr.nl::75dd6634-d4e5-4dff-9143-a992a82beac1" providerId="AD" clId="Web-{42086680-435E-41BF-898F-9A3E24B70EDB}" dt="2018-09-16T22:16:47.751" v="485" actId="1076"/>
          <ac:spMkLst>
            <pc:docMk/>
            <pc:sldMk cId="2752253136" sldId="353"/>
            <ac:spMk id="2" creationId="{F3F0A270-0FF8-4C6E-B3CE-9E2DCD062050}"/>
          </ac:spMkLst>
        </pc:spChg>
        <pc:spChg chg="add mod">
          <ac:chgData name="Anwar Almofti (0926894)" userId="S::0926894@hr.nl::75dd6634-d4e5-4dff-9143-a992a82beac1" providerId="AD" clId="Web-{42086680-435E-41BF-898F-9A3E24B70EDB}" dt="2018-09-16T22:21:20.634" v="620" actId="1076"/>
          <ac:spMkLst>
            <pc:docMk/>
            <pc:sldMk cId="2752253136" sldId="353"/>
            <ac:spMk id="6" creationId="{0AC144BE-9288-4836-9726-3C3A0D997D7B}"/>
          </ac:spMkLst>
        </pc:spChg>
        <pc:picChg chg="add mod">
          <ac:chgData name="Anwar Almofti (0926894)" userId="S::0926894@hr.nl::75dd6634-d4e5-4dff-9143-a992a82beac1" providerId="AD" clId="Web-{42086680-435E-41BF-898F-9A3E24B70EDB}" dt="2018-09-16T22:21:26.931" v="621" actId="1076"/>
          <ac:picMkLst>
            <pc:docMk/>
            <pc:sldMk cId="2752253136" sldId="353"/>
            <ac:picMk id="4" creationId="{6ADA3E54-9984-4846-BAD4-EFD3821ADBE4}"/>
          </ac:picMkLst>
        </pc:picChg>
      </pc:sldChg>
      <pc:sldChg chg="addSp delSp modSp new">
        <pc:chgData name="Anwar Almofti (0926894)" userId="S::0926894@hr.nl::75dd6634-d4e5-4dff-9143-a992a82beac1" providerId="AD" clId="Web-{42086680-435E-41BF-898F-9A3E24B70EDB}" dt="2018-09-16T22:27:21.075" v="787" actId="20577"/>
        <pc:sldMkLst>
          <pc:docMk/>
          <pc:sldMk cId="2353842814" sldId="354"/>
        </pc:sldMkLst>
        <pc:spChg chg="del">
          <ac:chgData name="Anwar Almofti (0926894)" userId="S::0926894@hr.nl::75dd6634-d4e5-4dff-9143-a992a82beac1" providerId="AD" clId="Web-{42086680-435E-41BF-898F-9A3E24B70EDB}" dt="2018-09-16T22:21:41.719" v="624" actId="20577"/>
          <ac:spMkLst>
            <pc:docMk/>
            <pc:sldMk cId="2353842814" sldId="354"/>
            <ac:spMk id="2" creationId="{1A46C318-A9C1-450A-8E39-6FDADE976A57}"/>
          </ac:spMkLst>
        </pc:spChg>
        <pc:spChg chg="add mod">
          <ac:chgData name="Anwar Almofti (0926894)" userId="S::0926894@hr.nl::75dd6634-d4e5-4dff-9143-a992a82beac1" providerId="AD" clId="Web-{42086680-435E-41BF-898F-9A3E24B70EDB}" dt="2018-09-16T22:27:21.075" v="787" actId="20577"/>
          <ac:spMkLst>
            <pc:docMk/>
            <pc:sldMk cId="2353842814" sldId="354"/>
            <ac:spMk id="6" creationId="{D8AA5428-133D-4096-A6CE-5B1E212A118F}"/>
          </ac:spMkLst>
        </pc:spChg>
        <pc:picChg chg="add mod">
          <ac:chgData name="Anwar Almofti (0926894)" userId="S::0926894@hr.nl::75dd6634-d4e5-4dff-9143-a992a82beac1" providerId="AD" clId="Web-{42086680-435E-41BF-898F-9A3E24B70EDB}" dt="2018-09-16T22:21:58.829" v="629" actId="1076"/>
          <ac:picMkLst>
            <pc:docMk/>
            <pc:sldMk cId="2353842814" sldId="354"/>
            <ac:picMk id="4" creationId="{FDED4E08-248A-4309-A6F7-3D3A10602D4B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686B01C-E1B4-41AF-8165-68A41D199769}" type="datetimeFigureOut">
              <a:rPr lang="nl-NL"/>
              <a:pPr/>
              <a:t>2-9-2026</a:t>
            </a:fld>
            <a:endParaRPr lang="nl-NL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  <a:ea typeface="ＭＳ Ｐゴシック" pitchFamily="34" charset="-128"/>
                <a:cs typeface="+mn-cs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6F05877-8D3E-4285-BAAF-3351F2AEBA70}" type="slidenum">
              <a:rPr lang="nl-NL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920208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b="0">
                <a:latin typeface="Arial" pitchFamily="34" charset="0"/>
                <a:ea typeface="ＭＳ Ｐゴシック" pitchFamily="34" charset="-128"/>
                <a:cs typeface="+mn-cs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b="0">
                <a:latin typeface="Arial" pitchFamily="34" charset="0"/>
                <a:ea typeface="ＭＳ Ｐゴシック" pitchFamily="34" charset="-128"/>
                <a:cs typeface="+mn-cs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2560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685800" y="685800"/>
            <a:ext cx="54864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Klik om de tekststijl van het model te bewerken</a:t>
            </a:r>
          </a:p>
          <a:p>
            <a:pPr lvl="1"/>
            <a:r>
              <a:rPr lang="en-US" noProof="0"/>
              <a:t>Tweede niveau</a:t>
            </a:r>
          </a:p>
          <a:p>
            <a:pPr lvl="2"/>
            <a:r>
              <a:rPr lang="en-US" noProof="0"/>
              <a:t>Derde niveau</a:t>
            </a:r>
          </a:p>
          <a:p>
            <a:pPr lvl="3"/>
            <a:r>
              <a:rPr lang="en-US" noProof="0"/>
              <a:t>Vierde niveau</a:t>
            </a:r>
          </a:p>
          <a:p>
            <a:pPr lvl="4"/>
            <a:r>
              <a:rPr lang="en-US" noProof="0"/>
              <a:t>Vijfde niveau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b="0">
                <a:latin typeface="Arial" pitchFamily="34" charset="0"/>
                <a:ea typeface="ＭＳ Ｐゴシック" pitchFamily="34" charset="-128"/>
                <a:cs typeface="+mn-cs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b="0"/>
            </a:lvl1pPr>
          </a:lstStyle>
          <a:p>
            <a:fld id="{F87DA649-BF1A-4B9E-B469-B5F2A720E3B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57105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ＭＳ Ｐゴシック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ＭＳ Ｐゴシック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ＭＳ Ｐゴシック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ＭＳ Ｐゴシック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7DA649-BF1A-4B9E-B469-B5F2A720E3B8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3236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itel 1"/>
          <p:cNvSpPr>
            <a:spLocks noGrp="1"/>
          </p:cNvSpPr>
          <p:nvPr>
            <p:ph type="title"/>
          </p:nvPr>
        </p:nvSpPr>
        <p:spPr bwMode="auto">
          <a:xfrm>
            <a:off x="467544" y="4728526"/>
            <a:ext cx="8748464" cy="937286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 b="1" cap="none" baseline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nl-NL"/>
              <a:t>Titelstijl van model bewerken</a:t>
            </a:r>
          </a:p>
        </p:txBody>
      </p:sp>
      <p:pic>
        <p:nvPicPr>
          <p:cNvPr id="5" name="Picture 2" descr="http://techiebees.in/upload/embedded-systems-projects-in-chennai.jpg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-112" r="-112"/>
          <a:stretch/>
        </p:blipFill>
        <p:spPr bwMode="auto">
          <a:xfrm>
            <a:off x="-63814" y="-1823020"/>
            <a:ext cx="9263103" cy="6157788"/>
          </a:xfrm>
          <a:prstGeom prst="flowChartOffpageConnector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8229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95536" y="-111224"/>
            <a:ext cx="8352928" cy="9525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nl-NL"/>
              <a:t>Titel</a:t>
            </a:r>
          </a:p>
        </p:txBody>
      </p:sp>
      <p:sp>
        <p:nvSpPr>
          <p:cNvPr id="4" name="Content Placeholder 3"/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95536" y="985292"/>
            <a:ext cx="8352928" cy="4464496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marL="0" indent="0">
              <a:buClr>
                <a:srgbClr val="C00000"/>
              </a:buClr>
              <a:buSzPct val="100000"/>
              <a:buFont typeface="Open Sans" panose="020B0606030504020204" pitchFamily="34" charset="0"/>
              <a:buNone/>
              <a:defRPr sz="3200">
                <a:latin typeface="Calibri" panose="020F050202020403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-457200">
              <a:buClr>
                <a:srgbClr val="C00000"/>
              </a:buClr>
              <a:buSzPct val="120000"/>
              <a:buFont typeface="Arial" panose="020B0604020202020204" pitchFamily="34" charset="0"/>
              <a:buChar char="•"/>
              <a:defRPr sz="2800">
                <a:latin typeface="Calibri" panose="020F0502020204030204" pitchFamily="34" charset="0"/>
              </a:defRPr>
            </a:lvl2pPr>
            <a:lvl3pPr marL="525462" indent="-342900">
              <a:buClr>
                <a:srgbClr val="C00000"/>
              </a:buClr>
              <a:buSzPct val="120000"/>
              <a:buFont typeface="Arial" panose="020B0604020202020204" pitchFamily="34" charset="0"/>
              <a:buChar char="•"/>
              <a:defRPr sz="2400">
                <a:latin typeface="Calibri" panose="020F0502020204030204" pitchFamily="34" charset="0"/>
              </a:defRPr>
            </a:lvl3pPr>
            <a:lvl4pPr marL="701675" indent="-342900">
              <a:buClr>
                <a:srgbClr val="C00000"/>
              </a:buClr>
              <a:buSzPct val="120000"/>
              <a:buFont typeface="Arial" panose="020B0604020202020204" pitchFamily="34" charset="0"/>
              <a:buChar char="•"/>
              <a:defRPr sz="2000">
                <a:latin typeface="Calibri" panose="020F0502020204030204" pitchFamily="34" charset="0"/>
              </a:defRPr>
            </a:lvl4pPr>
          </a:lstStyle>
          <a:p>
            <a:pPr lvl="0"/>
            <a:r>
              <a:rPr lang="nl-NL"/>
              <a:t>Bla </a:t>
            </a:r>
            <a:r>
              <a:rPr lang="nl-NL" err="1"/>
              <a:t>bla</a:t>
            </a:r>
            <a:endParaRPr lang="nl-NL"/>
          </a:p>
          <a:p>
            <a:pPr lvl="1"/>
            <a:r>
              <a:rPr lang="nl-NL"/>
              <a:t>Bla</a:t>
            </a:r>
          </a:p>
          <a:p>
            <a:pPr lvl="2"/>
            <a:r>
              <a:rPr lang="nl-NL"/>
              <a:t>Bla</a:t>
            </a:r>
          </a:p>
          <a:p>
            <a:pPr lvl="3"/>
            <a:r>
              <a:rPr lang="nl-NL"/>
              <a:t>bla</a:t>
            </a:r>
          </a:p>
        </p:txBody>
      </p:sp>
      <p:sp>
        <p:nvSpPr>
          <p:cNvPr id="6" name="Tijdelijke aanduiding voor dianummer 2"/>
          <p:cNvSpPr>
            <a:spLocks noGrp="1"/>
          </p:cNvSpPr>
          <p:nvPr>
            <p:ph type="sldNum" sz="quarter" idx="4"/>
          </p:nvPr>
        </p:nvSpPr>
        <p:spPr>
          <a:xfrm>
            <a:off x="8460432" y="4801716"/>
            <a:ext cx="567470" cy="3125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="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56D60047-1244-4A1F-8780-494A55767BC9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88912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4" name="Tijdelijke aanduiding voor dianummer 2"/>
          <p:cNvSpPr>
            <a:spLocks noGrp="1"/>
          </p:cNvSpPr>
          <p:nvPr>
            <p:ph type="sldNum" sz="quarter" idx="4"/>
          </p:nvPr>
        </p:nvSpPr>
        <p:spPr>
          <a:xfrm>
            <a:off x="8460432" y="4801716"/>
            <a:ext cx="567470" cy="3125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="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56D60047-1244-4A1F-8780-494A55767BC9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49899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itel 1"/>
          <p:cNvSpPr>
            <a:spLocks noGrp="1"/>
          </p:cNvSpPr>
          <p:nvPr>
            <p:ph type="title"/>
          </p:nvPr>
        </p:nvSpPr>
        <p:spPr bwMode="auto">
          <a:xfrm>
            <a:off x="467544" y="4728526"/>
            <a:ext cx="8748464" cy="937286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 b="1" cap="none" baseline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nl-NL" dirty="0"/>
              <a:t>Titelstijl van model bewerken</a:t>
            </a:r>
          </a:p>
        </p:txBody>
      </p:sp>
      <p:pic>
        <p:nvPicPr>
          <p:cNvPr id="5" name="Picture 2" descr="http://techiebees.in/upload/embedded-systems-projects-in-chennai.jpg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-112" r="-112"/>
          <a:stretch/>
        </p:blipFill>
        <p:spPr bwMode="auto">
          <a:xfrm>
            <a:off x="-63814" y="-1823020"/>
            <a:ext cx="9263103" cy="6157788"/>
          </a:xfrm>
          <a:prstGeom prst="flowChartOffpageConnector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73988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5" Type="http://schemas.openxmlformats.org/officeDocument/2006/relationships/image" Target="../media/image3.emf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5015" r:id="rId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cap="all">
          <a:solidFill>
            <a:srgbClr val="CC0033"/>
          </a:solidFill>
          <a:latin typeface="Calibri" panose="020F0502020204030204" pitchFamily="34" charset="0"/>
          <a:ea typeface="MS PGothic" panose="020B0600070205080204" pitchFamily="34" charset="-128"/>
          <a:cs typeface="Calibri" panose="020F0502020204030204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>
          <a:solidFill>
            <a:srgbClr val="CC0033"/>
          </a:solidFill>
          <a:latin typeface="Arial" charset="0"/>
          <a:ea typeface="MS PGothic" panose="020B0600070205080204" pitchFamily="34" charset="-128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>
          <a:solidFill>
            <a:srgbClr val="CC0033"/>
          </a:solidFill>
          <a:latin typeface="Arial" charset="0"/>
          <a:ea typeface="MS PGothic" panose="020B0600070205080204" pitchFamily="34" charset="-128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>
          <a:solidFill>
            <a:srgbClr val="CC0033"/>
          </a:solidFill>
          <a:latin typeface="Arial" charset="0"/>
          <a:ea typeface="MS PGothic" panose="020B0600070205080204" pitchFamily="34" charset="-128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>
          <a:solidFill>
            <a:srgbClr val="CC0033"/>
          </a:solidFill>
          <a:latin typeface="Arial" charset="0"/>
          <a:ea typeface="MS PGothic" panose="020B0600070205080204" pitchFamily="34" charset="-128"/>
          <a:cs typeface="ＭＳ Ｐゴシック" charset="0"/>
        </a:defRPr>
      </a:lvl5pPr>
      <a:lvl6pPr marL="380970" algn="l" rtl="0" fontAlgn="base">
        <a:spcBef>
          <a:spcPct val="0"/>
        </a:spcBef>
        <a:spcAft>
          <a:spcPct val="0"/>
        </a:spcAft>
        <a:defRPr sz="2167" b="1">
          <a:solidFill>
            <a:schemeClr val="tx2"/>
          </a:solidFill>
          <a:latin typeface="Verdana" pitchFamily="34" charset="0"/>
          <a:ea typeface="ＭＳ Ｐゴシック" pitchFamily="-48" charset="-128"/>
        </a:defRPr>
      </a:lvl6pPr>
      <a:lvl7pPr marL="761940" algn="l" rtl="0" fontAlgn="base">
        <a:spcBef>
          <a:spcPct val="0"/>
        </a:spcBef>
        <a:spcAft>
          <a:spcPct val="0"/>
        </a:spcAft>
        <a:defRPr sz="2167" b="1">
          <a:solidFill>
            <a:schemeClr val="tx2"/>
          </a:solidFill>
          <a:latin typeface="Verdana" pitchFamily="34" charset="0"/>
          <a:ea typeface="ＭＳ Ｐゴシック" pitchFamily="-48" charset="-128"/>
        </a:defRPr>
      </a:lvl7pPr>
      <a:lvl8pPr marL="1142908" algn="l" rtl="0" fontAlgn="base">
        <a:spcBef>
          <a:spcPct val="0"/>
        </a:spcBef>
        <a:spcAft>
          <a:spcPct val="0"/>
        </a:spcAft>
        <a:defRPr sz="2167" b="1">
          <a:solidFill>
            <a:schemeClr val="tx2"/>
          </a:solidFill>
          <a:latin typeface="Verdana" pitchFamily="34" charset="0"/>
          <a:ea typeface="ＭＳ Ｐゴシック" pitchFamily="-48" charset="-128"/>
        </a:defRPr>
      </a:lvl8pPr>
      <a:lvl9pPr marL="1523878" algn="l" rtl="0" fontAlgn="base">
        <a:spcBef>
          <a:spcPct val="0"/>
        </a:spcBef>
        <a:spcAft>
          <a:spcPct val="0"/>
        </a:spcAft>
        <a:defRPr sz="2167" b="1">
          <a:solidFill>
            <a:schemeClr val="tx2"/>
          </a:solidFill>
          <a:latin typeface="Verdana" pitchFamily="34" charset="0"/>
          <a:ea typeface="ＭＳ Ｐゴシック" pitchFamily="-48" charset="-128"/>
        </a:defRPr>
      </a:lvl9pPr>
    </p:titleStyle>
    <p:bodyStyle>
      <a:lvl1pPr marL="452401" indent="-452401" algn="l" rtl="0" eaLnBrk="0" fontAlgn="base" hangingPunct="0">
        <a:spcBef>
          <a:spcPct val="20000"/>
        </a:spcBef>
        <a:spcAft>
          <a:spcPct val="0"/>
        </a:spcAft>
        <a:buClr>
          <a:srgbClr val="CE0044"/>
        </a:buClr>
        <a:buSzPct val="120000"/>
        <a:buFont typeface="Arial" panose="020B0604020202020204" pitchFamily="34" charset="0"/>
        <a:buBlip>
          <a:blip r:embed="rId3"/>
        </a:buBlip>
        <a:defRPr sz="1667">
          <a:solidFill>
            <a:schemeClr val="tx1"/>
          </a:solidFill>
          <a:latin typeface="+mn-lt"/>
          <a:ea typeface="MS PGothic" panose="020B0600070205080204" pitchFamily="34" charset="-128"/>
          <a:cs typeface="ＭＳ Ｐゴシック" charset="0"/>
        </a:defRPr>
      </a:lvl1pPr>
      <a:lvl2pPr marL="768553" indent="-166674" algn="l" rtl="0" eaLnBrk="0" fontAlgn="base" hangingPunct="0">
        <a:spcBef>
          <a:spcPct val="20000"/>
        </a:spcBef>
        <a:spcAft>
          <a:spcPct val="0"/>
        </a:spcAft>
        <a:buClr>
          <a:srgbClr val="CE0044"/>
        </a:buClr>
        <a:buSzPct val="120000"/>
        <a:buFont typeface="Arial" panose="020B0604020202020204" pitchFamily="34" charset="0"/>
        <a:buBlip>
          <a:blip r:embed="rId3"/>
        </a:buBlip>
        <a:defRPr>
          <a:solidFill>
            <a:schemeClr val="tx1"/>
          </a:solidFill>
          <a:latin typeface="+mn-lt"/>
          <a:ea typeface="MS PGothic" panose="020B0600070205080204" pitchFamily="34" charset="-128"/>
          <a:cs typeface="ＭＳ Ｐゴシック" charset="0"/>
        </a:defRPr>
      </a:lvl2pPr>
      <a:lvl3pPr marL="918030" indent="-156092" algn="l" rtl="0" eaLnBrk="0" fontAlgn="base" hangingPunct="0">
        <a:spcBef>
          <a:spcPct val="20000"/>
        </a:spcBef>
        <a:spcAft>
          <a:spcPct val="0"/>
        </a:spcAft>
        <a:buClr>
          <a:srgbClr val="CE0044"/>
        </a:buClr>
        <a:buSzPct val="120000"/>
        <a:buFont typeface="Arial" panose="020B0604020202020204" pitchFamily="34" charset="0"/>
        <a:defRPr sz="1333">
          <a:solidFill>
            <a:schemeClr val="tx1"/>
          </a:solidFill>
          <a:latin typeface="+mn-lt"/>
          <a:ea typeface="MS PGothic" panose="020B0600070205080204" pitchFamily="34" charset="-128"/>
          <a:cs typeface="ＭＳ Ｐゴシック" charset="0"/>
        </a:defRPr>
      </a:lvl3pPr>
      <a:lvl4pPr marL="1448478" indent="-190484" algn="l" rtl="0" eaLnBrk="0" fontAlgn="base" hangingPunct="0">
        <a:spcBef>
          <a:spcPct val="20000"/>
        </a:spcBef>
        <a:spcAft>
          <a:spcPct val="0"/>
        </a:spcAft>
        <a:buChar char="–"/>
        <a:defRPr sz="1333">
          <a:solidFill>
            <a:schemeClr val="tx1"/>
          </a:solidFill>
          <a:latin typeface="Arial" charset="0"/>
          <a:ea typeface="MS PGothic" panose="020B0600070205080204" pitchFamily="34" charset="-128"/>
          <a:cs typeface="ＭＳ Ｐゴシック" charset="0"/>
        </a:defRPr>
      </a:lvl4pPr>
      <a:lvl5pPr marL="1788440" indent="-190484" algn="l" rtl="0" eaLnBrk="0" fontAlgn="base" hangingPunct="0">
        <a:spcBef>
          <a:spcPct val="20000"/>
        </a:spcBef>
        <a:spcAft>
          <a:spcPct val="0"/>
        </a:spcAft>
        <a:buChar char="»"/>
        <a:defRPr sz="1333">
          <a:solidFill>
            <a:schemeClr val="tx1"/>
          </a:solidFill>
          <a:latin typeface="Arial" charset="0"/>
          <a:ea typeface="MS PGothic" panose="020B0600070205080204" pitchFamily="34" charset="-128"/>
          <a:cs typeface="ＭＳ Ｐゴシック" charset="0"/>
        </a:defRPr>
      </a:lvl5pPr>
      <a:lvl6pPr marL="2169410" indent="-190484" algn="l" rtl="0" fontAlgn="base">
        <a:spcBef>
          <a:spcPct val="20000"/>
        </a:spcBef>
        <a:spcAft>
          <a:spcPct val="0"/>
        </a:spcAft>
        <a:buChar char="»"/>
        <a:defRPr sz="1333">
          <a:solidFill>
            <a:schemeClr val="tx1"/>
          </a:solidFill>
          <a:latin typeface="Arial" charset="0"/>
          <a:ea typeface="+mn-ea"/>
        </a:defRPr>
      </a:lvl6pPr>
      <a:lvl7pPr marL="2550379" indent="-190484" algn="l" rtl="0" fontAlgn="base">
        <a:spcBef>
          <a:spcPct val="20000"/>
        </a:spcBef>
        <a:spcAft>
          <a:spcPct val="0"/>
        </a:spcAft>
        <a:buChar char="»"/>
        <a:defRPr sz="1333">
          <a:solidFill>
            <a:schemeClr val="tx1"/>
          </a:solidFill>
          <a:latin typeface="Arial" charset="0"/>
          <a:ea typeface="+mn-ea"/>
        </a:defRPr>
      </a:lvl7pPr>
      <a:lvl8pPr marL="2931349" indent="-190484" algn="l" rtl="0" fontAlgn="base">
        <a:spcBef>
          <a:spcPct val="20000"/>
        </a:spcBef>
        <a:spcAft>
          <a:spcPct val="0"/>
        </a:spcAft>
        <a:buChar char="»"/>
        <a:defRPr sz="1333">
          <a:solidFill>
            <a:schemeClr val="tx1"/>
          </a:solidFill>
          <a:latin typeface="Arial" charset="0"/>
          <a:ea typeface="+mn-ea"/>
        </a:defRPr>
      </a:lvl8pPr>
      <a:lvl9pPr marL="3312318" indent="-190484" algn="l" rtl="0" fontAlgn="base">
        <a:spcBef>
          <a:spcPct val="20000"/>
        </a:spcBef>
        <a:spcAft>
          <a:spcPct val="0"/>
        </a:spcAft>
        <a:buChar char="»"/>
        <a:defRPr sz="1333">
          <a:solidFill>
            <a:schemeClr val="tx1"/>
          </a:solidFill>
          <a:latin typeface="Arial" charset="0"/>
          <a:ea typeface="+mn-ea"/>
        </a:defRPr>
      </a:lvl9pPr>
    </p:bodyStyle>
    <p:otherStyle>
      <a:defPPr>
        <a:defRPr lang="nl-NL"/>
      </a:defPPr>
      <a:lvl1pPr marL="0" algn="l" defTabSz="76194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970" algn="l" defTabSz="76194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1940" algn="l" defTabSz="76194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2908" algn="l" defTabSz="76194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878" algn="l" defTabSz="76194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4848" algn="l" defTabSz="76194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5818" algn="l" defTabSz="76194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6787" algn="l" defTabSz="76194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7756" algn="l" defTabSz="76194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vak 1"/>
          <p:cNvSpPr txBox="1"/>
          <p:nvPr userDrawn="1"/>
        </p:nvSpPr>
        <p:spPr>
          <a:xfrm>
            <a:off x="7756852" y="625252"/>
            <a:ext cx="135165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050" b="0" dirty="0">
                <a:solidFill>
                  <a:srgbClr val="C00000"/>
                </a:solidFill>
                <a:latin typeface="Calibri" panose="020F0502020204030204" pitchFamily="34" charset="0"/>
              </a:rPr>
              <a:t>EMBEDDED SYSTEMS</a:t>
            </a:r>
            <a:endParaRPr lang="en-US" sz="1050" b="0" dirty="0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  <p:pic>
        <p:nvPicPr>
          <p:cNvPr id="6146" name="Afbeelding 1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0963" y="-22820"/>
            <a:ext cx="9305926" cy="9607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147" name="Tijdelijke aanduiding voor titel 1"/>
          <p:cNvSpPr>
            <a:spLocks noGrp="1"/>
          </p:cNvSpPr>
          <p:nvPr>
            <p:ph type="title"/>
          </p:nvPr>
        </p:nvSpPr>
        <p:spPr bwMode="auto">
          <a:xfrm>
            <a:off x="395536" y="-96672"/>
            <a:ext cx="8229600" cy="9379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nl-NL"/>
              <a:t>Titelstijl van model bewerken</a:t>
            </a:r>
          </a:p>
        </p:txBody>
      </p:sp>
      <p:pic>
        <p:nvPicPr>
          <p:cNvPr id="8" name="Afbeelding 4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5089748"/>
            <a:ext cx="567470" cy="5346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ijdelijke aanduiding voor dianummer 2"/>
          <p:cNvSpPr>
            <a:spLocks noGrp="1"/>
          </p:cNvSpPr>
          <p:nvPr>
            <p:ph type="sldNum" sz="quarter" idx="4"/>
          </p:nvPr>
        </p:nvSpPr>
        <p:spPr>
          <a:xfrm>
            <a:off x="8460432" y="4801716"/>
            <a:ext cx="567470" cy="3125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="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56D60047-1244-4A1F-8780-494A55767BC9}" type="slidenum">
              <a:rPr lang="nl-NL" smtClean="0"/>
              <a:pPr/>
              <a:t>‹#›</a:t>
            </a:fld>
            <a:endParaRPr lang="nl-N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027" r:id="rId1"/>
    <p:sldLayoutId id="2147485029" r:id="rId2"/>
    <p:sldLayoutId id="2147485030" r:id="rId3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chemeClr val="bg1"/>
          </a:solidFill>
          <a:latin typeface="Calibri" panose="020F050202020403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167" b="1">
          <a:solidFill>
            <a:schemeClr val="bg1"/>
          </a:solidFill>
          <a:latin typeface="Arial" charset="0"/>
          <a:ea typeface="MS PGothic" panose="020B0600070205080204" pitchFamily="34" charset="-128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167" b="1">
          <a:solidFill>
            <a:schemeClr val="bg1"/>
          </a:solidFill>
          <a:latin typeface="Arial" charset="0"/>
          <a:ea typeface="MS PGothic" panose="020B0600070205080204" pitchFamily="34" charset="-128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167" b="1">
          <a:solidFill>
            <a:schemeClr val="bg1"/>
          </a:solidFill>
          <a:latin typeface="Arial" charset="0"/>
          <a:ea typeface="MS PGothic" panose="020B0600070205080204" pitchFamily="34" charset="-128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167" b="1">
          <a:solidFill>
            <a:schemeClr val="bg1"/>
          </a:solidFill>
          <a:latin typeface="Arial" charset="0"/>
          <a:ea typeface="MS PGothic" panose="020B0600070205080204" pitchFamily="34" charset="-128"/>
          <a:cs typeface="ＭＳ Ｐゴシック" charset="0"/>
        </a:defRPr>
      </a:lvl5pPr>
      <a:lvl6pPr marL="380970" algn="l" rtl="0" fontAlgn="base">
        <a:spcBef>
          <a:spcPct val="0"/>
        </a:spcBef>
        <a:spcAft>
          <a:spcPct val="0"/>
        </a:spcAft>
        <a:defRPr sz="2167" b="1">
          <a:solidFill>
            <a:schemeClr val="tx2"/>
          </a:solidFill>
          <a:latin typeface="Verdana" pitchFamily="34" charset="0"/>
          <a:ea typeface="ＭＳ Ｐゴシック" pitchFamily="-48" charset="-128"/>
        </a:defRPr>
      </a:lvl6pPr>
      <a:lvl7pPr marL="761940" algn="l" rtl="0" fontAlgn="base">
        <a:spcBef>
          <a:spcPct val="0"/>
        </a:spcBef>
        <a:spcAft>
          <a:spcPct val="0"/>
        </a:spcAft>
        <a:defRPr sz="2167" b="1">
          <a:solidFill>
            <a:schemeClr val="tx2"/>
          </a:solidFill>
          <a:latin typeface="Verdana" pitchFamily="34" charset="0"/>
          <a:ea typeface="ＭＳ Ｐゴシック" pitchFamily="-48" charset="-128"/>
        </a:defRPr>
      </a:lvl7pPr>
      <a:lvl8pPr marL="1142908" algn="l" rtl="0" fontAlgn="base">
        <a:spcBef>
          <a:spcPct val="0"/>
        </a:spcBef>
        <a:spcAft>
          <a:spcPct val="0"/>
        </a:spcAft>
        <a:defRPr sz="2167" b="1">
          <a:solidFill>
            <a:schemeClr val="tx2"/>
          </a:solidFill>
          <a:latin typeface="Verdana" pitchFamily="34" charset="0"/>
          <a:ea typeface="ＭＳ Ｐゴシック" pitchFamily="-48" charset="-128"/>
        </a:defRPr>
      </a:lvl8pPr>
      <a:lvl9pPr marL="1523878" algn="l" rtl="0" fontAlgn="base">
        <a:spcBef>
          <a:spcPct val="0"/>
        </a:spcBef>
        <a:spcAft>
          <a:spcPct val="0"/>
        </a:spcAft>
        <a:defRPr sz="2167" b="1">
          <a:solidFill>
            <a:schemeClr val="tx2"/>
          </a:solidFill>
          <a:latin typeface="Verdana" pitchFamily="34" charset="0"/>
          <a:ea typeface="ＭＳ Ｐゴシック" pitchFamily="-48" charset="-128"/>
        </a:defRPr>
      </a:lvl9pPr>
    </p:titleStyle>
    <p:bodyStyle>
      <a:lvl1pPr marL="285728" indent="-285728" algn="l" rtl="0" eaLnBrk="0" fontAlgn="base" hangingPunct="0">
        <a:lnSpc>
          <a:spcPct val="100000"/>
        </a:lnSpc>
        <a:spcBef>
          <a:spcPts val="600"/>
        </a:spcBef>
        <a:spcAft>
          <a:spcPct val="0"/>
        </a:spcAft>
        <a:buClr>
          <a:srgbClr val="CE0044"/>
        </a:buClr>
        <a:buSzPct val="120000"/>
        <a:buFont typeface="Arial" panose="020B0604020202020204" pitchFamily="34" charset="0"/>
        <a:defRPr sz="18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marL="768553" indent="-166674" algn="l" rtl="0" eaLnBrk="0" fontAlgn="base" hangingPunct="0">
        <a:lnSpc>
          <a:spcPct val="100000"/>
        </a:lnSpc>
        <a:spcBef>
          <a:spcPts val="600"/>
        </a:spcBef>
        <a:spcAft>
          <a:spcPct val="0"/>
        </a:spcAft>
        <a:buClr>
          <a:srgbClr val="000000"/>
        </a:buClr>
        <a:buSzPct val="120000"/>
        <a:buFont typeface="Lucida Grande" pitchFamily="126" charset="0"/>
        <a:buChar char="▸"/>
        <a:defRPr sz="16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2pPr>
      <a:lvl3pPr marL="1108516" indent="-190484" algn="l" rtl="0" eaLnBrk="0" fontAlgn="base" hangingPunct="0">
        <a:lnSpc>
          <a:spcPct val="100000"/>
        </a:lnSpc>
        <a:spcBef>
          <a:spcPts val="600"/>
        </a:spcBef>
        <a:spcAft>
          <a:spcPct val="0"/>
        </a:spcAft>
        <a:buClr>
          <a:srgbClr val="000000"/>
        </a:buClr>
        <a:buSzPct val="120000"/>
        <a:buFont typeface="Lucida Grande" pitchFamily="126" charset="0"/>
        <a:buChar char="▸"/>
        <a:defRPr sz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3pPr>
      <a:lvl4pPr marL="1448478" indent="-190484" algn="l" rtl="0" eaLnBrk="0" fontAlgn="base" hangingPunct="0">
        <a:lnSpc>
          <a:spcPct val="100000"/>
        </a:lnSpc>
        <a:spcBef>
          <a:spcPts val="600"/>
        </a:spcBef>
        <a:spcAft>
          <a:spcPct val="0"/>
        </a:spcAft>
        <a:buClr>
          <a:srgbClr val="000000"/>
        </a:buClr>
        <a:buFont typeface="Lucida Grande" pitchFamily="126" charset="0"/>
        <a:buChar char="▸"/>
        <a:defRPr sz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4pPr>
      <a:lvl5pPr marL="1788440" indent="-190484" algn="l" rtl="0" eaLnBrk="0" fontAlgn="base" hangingPunct="0">
        <a:lnSpc>
          <a:spcPct val="100000"/>
        </a:lnSpc>
        <a:spcBef>
          <a:spcPts val="600"/>
        </a:spcBef>
        <a:spcAft>
          <a:spcPct val="0"/>
        </a:spcAft>
        <a:buClr>
          <a:srgbClr val="000000"/>
        </a:buClr>
        <a:buFont typeface="Lucida Grande" pitchFamily="126" charset="0"/>
        <a:buChar char="▸"/>
        <a:defRPr sz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5pPr>
      <a:lvl6pPr marL="2169410" indent="-190484" algn="l" rtl="0" fontAlgn="base">
        <a:spcBef>
          <a:spcPct val="20000"/>
        </a:spcBef>
        <a:spcAft>
          <a:spcPct val="0"/>
        </a:spcAft>
        <a:buChar char="»"/>
        <a:defRPr sz="1333">
          <a:solidFill>
            <a:schemeClr val="tx1"/>
          </a:solidFill>
          <a:latin typeface="Arial" charset="0"/>
          <a:ea typeface="+mn-ea"/>
        </a:defRPr>
      </a:lvl6pPr>
      <a:lvl7pPr marL="2550379" indent="-190484" algn="l" rtl="0" fontAlgn="base">
        <a:spcBef>
          <a:spcPct val="20000"/>
        </a:spcBef>
        <a:spcAft>
          <a:spcPct val="0"/>
        </a:spcAft>
        <a:buChar char="»"/>
        <a:defRPr sz="1333">
          <a:solidFill>
            <a:schemeClr val="tx1"/>
          </a:solidFill>
          <a:latin typeface="Arial" charset="0"/>
          <a:ea typeface="+mn-ea"/>
        </a:defRPr>
      </a:lvl7pPr>
      <a:lvl8pPr marL="2931349" indent="-190484" algn="l" rtl="0" fontAlgn="base">
        <a:spcBef>
          <a:spcPct val="20000"/>
        </a:spcBef>
        <a:spcAft>
          <a:spcPct val="0"/>
        </a:spcAft>
        <a:buChar char="»"/>
        <a:defRPr sz="1333">
          <a:solidFill>
            <a:schemeClr val="tx1"/>
          </a:solidFill>
          <a:latin typeface="Arial" charset="0"/>
          <a:ea typeface="+mn-ea"/>
        </a:defRPr>
      </a:lvl8pPr>
      <a:lvl9pPr marL="3312318" indent="-190484" algn="l" rtl="0" fontAlgn="base">
        <a:spcBef>
          <a:spcPct val="20000"/>
        </a:spcBef>
        <a:spcAft>
          <a:spcPct val="0"/>
        </a:spcAft>
        <a:buChar char="»"/>
        <a:defRPr sz="1333">
          <a:solidFill>
            <a:schemeClr val="tx1"/>
          </a:solidFill>
          <a:latin typeface="Arial" charset="0"/>
          <a:ea typeface="+mn-ea"/>
        </a:defRPr>
      </a:lvl9pPr>
    </p:bodyStyle>
    <p:otherStyle>
      <a:defPPr>
        <a:defRPr lang="nl-NL"/>
      </a:defPPr>
      <a:lvl1pPr marL="0" algn="l" defTabSz="76194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970" algn="l" defTabSz="76194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1940" algn="l" defTabSz="76194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2908" algn="l" defTabSz="76194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878" algn="l" defTabSz="76194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4848" algn="l" defTabSz="76194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5818" algn="l" defTabSz="76194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6787" algn="l" defTabSz="76194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7756" algn="l" defTabSz="76194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brightspace.hr.nl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7544" y="4945732"/>
            <a:ext cx="8748464" cy="720080"/>
          </a:xfrm>
        </p:spPr>
        <p:txBody>
          <a:bodyPr/>
          <a:lstStyle/>
          <a:p>
            <a:r>
              <a:rPr lang="nl-NL" dirty="0">
                <a:solidFill>
                  <a:srgbClr val="B10538"/>
                </a:solidFill>
                <a:latin typeface="Calibri" panose="020F0502020204030204" pitchFamily="34" charset="0"/>
              </a:rPr>
              <a:t>EMS2  </a:t>
            </a:r>
            <a:r>
              <a:rPr lang="nl-NL" dirty="0">
                <a:solidFill>
                  <a:srgbClr val="B10538"/>
                </a:solidFill>
              </a:rPr>
              <a:t>Introductie</a:t>
            </a:r>
            <a:endParaRPr lang="nl-NL" dirty="0">
              <a:solidFill>
                <a:srgbClr val="B10538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Onderwerp</a:t>
            </a:r>
            <a:r>
              <a:rPr lang="en-US" dirty="0"/>
              <a:t> EMS2</a:t>
            </a:r>
          </a:p>
        </p:txBody>
      </p:sp>
      <p:sp>
        <p:nvSpPr>
          <p:cNvPr id="4" name="Tijdelijke aanduiding voor inhoud 3"/>
          <p:cNvSpPr>
            <a:spLocks noGrp="1"/>
          </p:cNvSpPr>
          <p:nvPr>
            <p:ph idx="1"/>
          </p:nvPr>
        </p:nvSpPr>
        <p:spPr>
          <a:xfrm>
            <a:off x="395536" y="1057300"/>
            <a:ext cx="8352928" cy="4464496"/>
          </a:xfrm>
        </p:spPr>
        <p:txBody>
          <a:bodyPr/>
          <a:lstStyle/>
          <a:p>
            <a:pPr algn="ctr"/>
            <a:r>
              <a:rPr lang="nl-NL" sz="6000" dirty="0">
                <a:solidFill>
                  <a:srgbClr val="C00000"/>
                </a:solidFill>
                <a:cs typeface="Arial" panose="020B0604020202020204" pitchFamily="34" charset="0"/>
              </a:rPr>
              <a:t>Communicatie!</a:t>
            </a:r>
          </a:p>
          <a:p>
            <a:pPr algn="ctr"/>
            <a:endParaRPr lang="en-US" sz="2800" dirty="0"/>
          </a:p>
          <a:p>
            <a:pPr algn="ctr"/>
            <a:endParaRPr lang="en-US" sz="2800" dirty="0"/>
          </a:p>
          <a:p>
            <a:pPr algn="ctr"/>
            <a:endParaRPr lang="en-US" sz="2800" dirty="0"/>
          </a:p>
          <a:p>
            <a:pPr algn="ctr"/>
            <a:endParaRPr lang="en-US" sz="2800" dirty="0"/>
          </a:p>
          <a:p>
            <a:pPr algn="ctr"/>
            <a:endParaRPr lang="en-US" sz="2800" dirty="0"/>
          </a:p>
          <a:p>
            <a:pPr algn="ctr"/>
            <a:endParaRPr lang="nl-NL" sz="2800" dirty="0">
              <a:cs typeface="Arial" panose="020B0604020202020204" pitchFamily="34" charset="0"/>
            </a:endParaRPr>
          </a:p>
          <a:p>
            <a:pPr algn="ctr"/>
            <a:r>
              <a:rPr lang="nl-NL" sz="2800" dirty="0">
                <a:cs typeface="Arial" panose="020B0604020202020204" pitchFamily="34" charset="0"/>
              </a:rPr>
              <a:t>In de context van </a:t>
            </a:r>
            <a:r>
              <a:rPr lang="nl-NL" sz="2800" dirty="0">
                <a:solidFill>
                  <a:srgbClr val="C00000"/>
                </a:solidFill>
                <a:cs typeface="Arial" panose="020B0604020202020204" pitchFamily="34" charset="0"/>
              </a:rPr>
              <a:t>Embedded Systemen</a:t>
            </a:r>
          </a:p>
        </p:txBody>
      </p:sp>
      <p:sp>
        <p:nvSpPr>
          <p:cNvPr id="2" name="Tijdelijke aanduiding voor dianummer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2</a:t>
            </a:fld>
            <a:endParaRPr lang="nl-NL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B7DEE9FF-7F42-48A3-ACF8-B57FD83572A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07804" y="1893991"/>
            <a:ext cx="3528392" cy="3203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668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Je leert hoe:</a:t>
            </a:r>
          </a:p>
        </p:txBody>
      </p:sp>
      <p:sp>
        <p:nvSpPr>
          <p:cNvPr id="4" name="Tijdelijke aanduiding voor inhoud 3"/>
          <p:cNvSpPr>
            <a:spLocks noGrp="1"/>
          </p:cNvSpPr>
          <p:nvPr>
            <p:ph idx="1"/>
          </p:nvPr>
        </p:nvSpPr>
        <p:spPr>
          <a:xfrm>
            <a:off x="395536" y="913284"/>
            <a:ext cx="8352928" cy="4464496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2400" dirty="0"/>
              <a:t>verschillende onderdelen binnen een microcontroller met elkaar </a:t>
            </a:r>
            <a:r>
              <a:rPr lang="nl-NL" sz="2400" dirty="0">
                <a:solidFill>
                  <a:srgbClr val="C00000"/>
                </a:solidFill>
              </a:rPr>
              <a:t>communiceren</a:t>
            </a:r>
            <a:r>
              <a:rPr lang="nl-NL" sz="2400" dirty="0"/>
              <a:t> (via zogenoemde bussen);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2400" dirty="0"/>
              <a:t>de microcontroller </a:t>
            </a:r>
            <a:r>
              <a:rPr lang="nl-NL" sz="2400" dirty="0">
                <a:solidFill>
                  <a:srgbClr val="C00000"/>
                </a:solidFill>
              </a:rPr>
              <a:t>communiceert</a:t>
            </a:r>
            <a:r>
              <a:rPr lang="nl-NL" sz="2400" dirty="0"/>
              <a:t> met </a:t>
            </a:r>
            <a:r>
              <a:rPr lang="nl-NL" sz="2400" dirty="0" err="1"/>
              <a:t>IC’s</a:t>
            </a:r>
            <a:r>
              <a:rPr lang="nl-NL" sz="2400" dirty="0"/>
              <a:t> die zich op dezelfde PCB bevinden (bijvoorbeeld via I2C);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2400" dirty="0"/>
              <a:t>de microcontroller of PLC </a:t>
            </a:r>
            <a:r>
              <a:rPr lang="nl-NL" sz="2400" dirty="0">
                <a:solidFill>
                  <a:srgbClr val="C00000"/>
                </a:solidFill>
              </a:rPr>
              <a:t>communiceert</a:t>
            </a:r>
            <a:r>
              <a:rPr lang="nl-NL" sz="2400" dirty="0"/>
              <a:t> met sensoren en actuatoren die zich niet op dezelfde PCB bevinden (bijvoorbeeld via een CAN-bus of </a:t>
            </a:r>
            <a:r>
              <a:rPr lang="nl-NL" sz="2400" dirty="0" err="1"/>
              <a:t>profibus</a:t>
            </a:r>
            <a:r>
              <a:rPr lang="nl-NL" sz="2400" dirty="0"/>
              <a:t>);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2400" dirty="0"/>
              <a:t>verschillende </a:t>
            </a:r>
            <a:r>
              <a:rPr lang="nl-NL" sz="2400" dirty="0" err="1"/>
              <a:t>embedded</a:t>
            </a:r>
            <a:r>
              <a:rPr lang="nl-NL" sz="2400" dirty="0"/>
              <a:t> systemen met elkaar kunnen </a:t>
            </a:r>
            <a:r>
              <a:rPr lang="nl-NL" sz="2400" dirty="0">
                <a:solidFill>
                  <a:srgbClr val="C00000"/>
                </a:solidFill>
              </a:rPr>
              <a:t>communiceren</a:t>
            </a:r>
            <a:r>
              <a:rPr lang="nl-NL" sz="2400" dirty="0"/>
              <a:t> (</a:t>
            </a:r>
            <a:r>
              <a:rPr lang="nl-NL" sz="2400" dirty="0" err="1"/>
              <a:t>bedraad</a:t>
            </a:r>
            <a:r>
              <a:rPr lang="nl-NL" sz="2400" dirty="0"/>
              <a:t>, bijvoorbeeld via RS232 of ethernet, of draadloos, bijvoorbeeld via </a:t>
            </a:r>
            <a:r>
              <a:rPr lang="nl-NL" sz="2400" dirty="0" err="1"/>
              <a:t>Bl</a:t>
            </a:r>
            <a:r>
              <a:rPr lang="en-NL" sz="2400" dirty="0" err="1"/>
              <a:t>ue</a:t>
            </a:r>
            <a:r>
              <a:rPr lang="nl-NL" sz="2400" dirty="0" err="1"/>
              <a:t>tooth</a:t>
            </a:r>
            <a:r>
              <a:rPr lang="nl-NL" sz="2400" dirty="0"/>
              <a:t> of wifi);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2400" dirty="0"/>
              <a:t>een </a:t>
            </a:r>
            <a:r>
              <a:rPr lang="nl-NL" sz="2400" dirty="0" err="1"/>
              <a:t>embedded</a:t>
            </a:r>
            <a:r>
              <a:rPr lang="nl-NL" sz="2400" dirty="0"/>
              <a:t> systeem kan </a:t>
            </a:r>
            <a:r>
              <a:rPr lang="nl-NL" sz="2400" dirty="0">
                <a:solidFill>
                  <a:srgbClr val="C00000"/>
                </a:solidFill>
              </a:rPr>
              <a:t>communiceren</a:t>
            </a:r>
            <a:r>
              <a:rPr lang="nl-NL" sz="2400" dirty="0"/>
              <a:t> met een server in de </a:t>
            </a:r>
            <a:r>
              <a:rPr lang="nl-NL" sz="2400" dirty="0" err="1"/>
              <a:t>cloud</a:t>
            </a:r>
            <a:r>
              <a:rPr lang="nl-NL" sz="2400" dirty="0"/>
              <a:t> (bijvoorbeeld via TCP/IP of MQTT).</a:t>
            </a:r>
          </a:p>
          <a:p>
            <a:endParaRPr lang="nl-NL" dirty="0">
              <a:solidFill>
                <a:srgbClr val="C00000"/>
              </a:solidFill>
            </a:endParaRPr>
          </a:p>
        </p:txBody>
      </p:sp>
      <p:sp>
        <p:nvSpPr>
          <p:cNvPr id="3" name="Tijdelijke aanduiding voor dianumm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045962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Uiteindelijke doel is om:</a:t>
            </a:r>
          </a:p>
        </p:txBody>
      </p:sp>
      <p:sp>
        <p:nvSpPr>
          <p:cNvPr id="4" name="Tijdelijke aanduiding voor inhoud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nl-NL" dirty="0"/>
              <a:t>een </a:t>
            </a:r>
            <a:r>
              <a:rPr lang="nl-NL" dirty="0" err="1"/>
              <a:t>IoT</a:t>
            </a:r>
            <a:r>
              <a:rPr lang="nl-NL" dirty="0"/>
              <a:t> device te kunnen ontwerpen.</a:t>
            </a:r>
          </a:p>
        </p:txBody>
      </p:sp>
      <p:sp>
        <p:nvSpPr>
          <p:cNvPr id="3" name="Tijdelijke aanduiding voor dianumm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4</a:t>
            </a:fld>
            <a:endParaRPr lang="nl-NL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5850FA9F-A579-41E7-A66F-A0458EDFFA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1777380"/>
            <a:ext cx="7429500" cy="371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14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8385-8EBB-4724-B2E9-8AAE5C374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Voorbeeld</a:t>
            </a:r>
            <a:endParaRPr lang="en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92A43E-BF9A-40DB-8BBF-BF31F46F8E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5</a:t>
            </a:fld>
            <a:endParaRPr lang="nl-NL"/>
          </a:p>
        </p:txBody>
      </p:sp>
      <p:pic>
        <p:nvPicPr>
          <p:cNvPr id="5" name="Picture 4" descr="Diagram, timeline&#10;&#10;Description automatically generated">
            <a:extLst>
              <a:ext uri="{FF2B5EF4-FFF2-40B4-BE49-F238E27FC236}">
                <a16:creationId xmlns:a16="http://schemas.microsoft.com/office/drawing/2014/main" id="{C4220BAA-6A0B-4CA6-BBC7-5D7AA1F4FC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300" y="1047750"/>
            <a:ext cx="6629400" cy="361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1242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Studiemateriaal</a:t>
            </a:r>
          </a:p>
        </p:txBody>
      </p:sp>
      <p:sp>
        <p:nvSpPr>
          <p:cNvPr id="4" name="Tijdelijke aanduiding voor inhoud 3"/>
          <p:cNvSpPr>
            <a:spLocks noGrp="1"/>
          </p:cNvSpPr>
          <p:nvPr>
            <p:ph idx="1"/>
          </p:nvPr>
        </p:nvSpPr>
        <p:spPr>
          <a:xfrm>
            <a:off x="395536" y="913284"/>
            <a:ext cx="5976664" cy="4464496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2400" dirty="0"/>
              <a:t>Leo van Moergestel. </a:t>
            </a:r>
            <a:r>
              <a:rPr lang="nl-NL" sz="2400" i="1" dirty="0"/>
              <a:t>Computersystemen en </a:t>
            </a:r>
            <a:r>
              <a:rPr lang="nl-NL" sz="2400" i="1" dirty="0" err="1"/>
              <a:t>embedded</a:t>
            </a:r>
            <a:r>
              <a:rPr lang="nl-NL" sz="2400" i="1" dirty="0"/>
              <a:t> systemen.</a:t>
            </a:r>
            <a:r>
              <a:rPr lang="nl-NL" sz="2400" dirty="0"/>
              <a:t> </a:t>
            </a:r>
            <a:r>
              <a:rPr lang="en-NL" sz="2400" dirty="0"/>
              <a:t>5</a:t>
            </a:r>
            <a:r>
              <a:rPr lang="nl-NL" sz="2400" dirty="0"/>
              <a:t>de ed. Boom, 20</a:t>
            </a:r>
            <a:r>
              <a:rPr lang="en-NL" sz="2400" dirty="0"/>
              <a:t>22</a:t>
            </a:r>
            <a:r>
              <a:rPr lang="nl-NL" sz="2400" dirty="0"/>
              <a:t>. ISBN: 9-7890</a:t>
            </a:r>
            <a:r>
              <a:rPr lang="en-NL" sz="2400" dirty="0"/>
              <a:t>24</a:t>
            </a:r>
            <a:r>
              <a:rPr lang="nl-NL" sz="2400" dirty="0"/>
              <a:t>-</a:t>
            </a:r>
            <a:r>
              <a:rPr lang="en-NL" sz="2400" dirty="0"/>
              <a:t>450831</a:t>
            </a:r>
            <a:r>
              <a:rPr lang="nl-NL" sz="2400" dirty="0"/>
              <a:t>.</a:t>
            </a:r>
            <a:br>
              <a:rPr lang="en-NL" sz="2400" dirty="0"/>
            </a:br>
            <a:r>
              <a:rPr lang="nl-NL" sz="2400" dirty="0"/>
              <a:t> </a:t>
            </a:r>
            <a:br>
              <a:rPr lang="nl-NL" sz="2400" dirty="0"/>
            </a:br>
            <a:r>
              <a:rPr lang="nl-NL" sz="2400" dirty="0"/>
              <a:t>Dit boek wordt </a:t>
            </a:r>
            <a:r>
              <a:rPr lang="nl-NL" sz="2400" b="1" dirty="0">
                <a:solidFill>
                  <a:srgbClr val="C00000"/>
                </a:solidFill>
              </a:rPr>
              <a:t>intensief</a:t>
            </a:r>
            <a:r>
              <a:rPr lang="nl-NL" sz="2400" dirty="0"/>
              <a:t> gebruikt tijdens de theorielessen</a:t>
            </a:r>
            <a:r>
              <a:rPr lang="en-NL" sz="2400" dirty="0"/>
              <a:t> en mag </a:t>
            </a:r>
            <a:r>
              <a:rPr lang="en-NL" sz="2400" dirty="0" err="1"/>
              <a:t>worden</a:t>
            </a:r>
            <a:r>
              <a:rPr lang="en-NL" sz="2400" dirty="0"/>
              <a:t> </a:t>
            </a:r>
            <a:r>
              <a:rPr lang="en-NL" sz="2400" dirty="0" err="1"/>
              <a:t>gebruikt</a:t>
            </a:r>
            <a:r>
              <a:rPr lang="en-NL" sz="2400" dirty="0"/>
              <a:t> </a:t>
            </a:r>
            <a:r>
              <a:rPr lang="en-NL" sz="2400" dirty="0" err="1"/>
              <a:t>bij</a:t>
            </a:r>
            <a:r>
              <a:rPr lang="en-NL" sz="2400" dirty="0"/>
              <a:t> de </a:t>
            </a:r>
            <a:r>
              <a:rPr lang="en-NL" sz="2400" dirty="0" err="1"/>
              <a:t>theorietoets</a:t>
            </a:r>
            <a:r>
              <a:rPr lang="en-NL" sz="2400" dirty="0"/>
              <a:t>.</a:t>
            </a:r>
            <a:endParaRPr lang="nl-NL" sz="2400" dirty="0"/>
          </a:p>
          <a:p>
            <a:endParaRPr lang="en-US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2400" dirty="0">
                <a:hlinkClick r:id="rId2"/>
              </a:rPr>
              <a:t>https://github.com/HR-ELEKTRO/ems2/wiki</a:t>
            </a:r>
            <a:endParaRPr lang="en-NL" sz="2400" dirty="0">
              <a:hlinkClick r:id="rId2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2400" dirty="0">
                <a:hlinkClick r:id="rId2"/>
              </a:rPr>
              <a:t>https://brightspace.hr.nl</a:t>
            </a:r>
            <a:endParaRPr lang="nl-NL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nl-NL" sz="2400" dirty="0"/>
          </a:p>
          <a:p>
            <a:endParaRPr lang="nl-NL" dirty="0">
              <a:solidFill>
                <a:srgbClr val="C00000"/>
              </a:solidFill>
            </a:endParaRPr>
          </a:p>
        </p:txBody>
      </p:sp>
      <p:sp>
        <p:nvSpPr>
          <p:cNvPr id="3" name="Tijdelijke aanduiding voor dianumm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6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F65F932-7846-4FCF-33AB-9952C858C8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9428" y="956397"/>
            <a:ext cx="2737068" cy="3865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3775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Werkvormen</a:t>
            </a:r>
          </a:p>
        </p:txBody>
      </p:sp>
      <p:sp>
        <p:nvSpPr>
          <p:cNvPr id="4" name="Tijdelijke aanduiding voor inhoud 3"/>
          <p:cNvSpPr>
            <a:spLocks noGrp="1"/>
          </p:cNvSpPr>
          <p:nvPr>
            <p:ph idx="1"/>
          </p:nvPr>
        </p:nvSpPr>
        <p:spPr>
          <a:xfrm>
            <a:off x="395536" y="841276"/>
            <a:ext cx="8136904" cy="4464496"/>
          </a:xfrm>
        </p:spPr>
        <p:txBody>
          <a:bodyPr/>
          <a:lstStyle/>
          <a:p>
            <a:r>
              <a:rPr lang="nl-NL" dirty="0"/>
              <a:t>Per week 8 lesuren: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dirty="0"/>
              <a:t>1.5 uur theorieles</a:t>
            </a:r>
          </a:p>
          <a:p>
            <a:pPr marL="914400" lvl="1"/>
            <a:r>
              <a:rPr lang="nl-NL" dirty="0"/>
              <a:t>Bespreken/presenteren vragen van vorige week (vanaf week 2) </a:t>
            </a:r>
          </a:p>
          <a:p>
            <a:pPr marL="914400" lvl="1"/>
            <a:r>
              <a:rPr lang="nl-NL" dirty="0"/>
              <a:t>Zelfstandig of in groepsverband werken OF</a:t>
            </a:r>
          </a:p>
          <a:p>
            <a:pPr marL="914400" lvl="1"/>
            <a:r>
              <a:rPr lang="nl-NL" dirty="0"/>
              <a:t>Docent geeft uitleg theorie huidige week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dirty="0"/>
              <a:t>2 x 2.5 uur practicum</a:t>
            </a:r>
          </a:p>
          <a:p>
            <a:pPr marL="914400" lvl="1"/>
            <a:r>
              <a:rPr lang="nl-NL" dirty="0"/>
              <a:t>2x per week in groepsverband programmeeropdrachten maken</a:t>
            </a:r>
          </a:p>
        </p:txBody>
      </p:sp>
      <p:sp>
        <p:nvSpPr>
          <p:cNvPr id="3" name="Tijdelijke aanduiding voor dianumm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18175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6FF138-8B1F-43C3-BEBE-A759733DB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Studiebelasting</a:t>
            </a:r>
            <a:r>
              <a:rPr lang="en-US" dirty="0"/>
              <a:t> = 7 </a:t>
            </a:r>
            <a:r>
              <a:rPr lang="en-US" dirty="0" err="1"/>
              <a:t>studiepunten</a:t>
            </a:r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DBBEBD3-24E2-4874-8EC0-607E3A50B1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8</a:t>
            </a:fld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62D809-05E7-266C-8CC4-43A0914A737B}"/>
              </a:ext>
            </a:extLst>
          </p:cNvPr>
          <p:cNvSpPr txBox="1"/>
          <p:nvPr/>
        </p:nvSpPr>
        <p:spPr>
          <a:xfrm>
            <a:off x="395536" y="1018743"/>
            <a:ext cx="52916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b="0" dirty="0">
                <a:latin typeface="Calibri" panose="020F0502020204030204" pitchFamily="34" charset="0"/>
              </a:rPr>
              <a:t>7 </a:t>
            </a:r>
            <a:r>
              <a:rPr lang="en-NL" b="0" dirty="0" err="1">
                <a:latin typeface="Calibri" panose="020F0502020204030204" pitchFamily="34" charset="0"/>
              </a:rPr>
              <a:t>studiepunten</a:t>
            </a:r>
            <a:r>
              <a:rPr lang="en-NL" b="0" dirty="0">
                <a:latin typeface="Calibri" panose="020F0502020204030204" pitchFamily="34" charset="0"/>
              </a:rPr>
              <a:t> x 28 </a:t>
            </a:r>
            <a:r>
              <a:rPr lang="en-NL" b="0" dirty="0" err="1">
                <a:latin typeface="Calibri" panose="020F0502020204030204" pitchFamily="34" charset="0"/>
              </a:rPr>
              <a:t>uur</a:t>
            </a:r>
            <a:r>
              <a:rPr lang="en-NL" b="0" dirty="0">
                <a:latin typeface="Calibri" panose="020F0502020204030204" pitchFamily="34" charset="0"/>
              </a:rPr>
              <a:t> = 196 </a:t>
            </a:r>
            <a:r>
              <a:rPr lang="en-NL" b="0" dirty="0" err="1">
                <a:latin typeface="Calibri" panose="020F0502020204030204" pitchFamily="34" charset="0"/>
              </a:rPr>
              <a:t>klokuren</a:t>
            </a:r>
            <a:r>
              <a:rPr lang="en-NL" b="0" dirty="0">
                <a:latin typeface="Calibri" panose="020F0502020204030204" pitchFamily="34" charset="0"/>
              </a:rPr>
              <a:t> </a:t>
            </a:r>
            <a:endParaRPr lang="nl-NL" b="0" dirty="0" err="1">
              <a:latin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E59290-BD77-920F-74A7-DAACC013D1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66" y="1657876"/>
            <a:ext cx="8753668" cy="3024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8009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6FF138-8B1F-43C3-BEBE-A759733DB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Leerdoelen</a:t>
            </a:r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DBBEBD3-24E2-4874-8EC0-607E3A50B1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9</a:t>
            </a:fld>
            <a:endParaRPr lang="nl-N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4688DA-2075-1BDC-CC95-9F6F0F35A9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65" y="1201316"/>
            <a:ext cx="8987668" cy="36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928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6FF138-8B1F-43C3-BEBE-A759733DB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Leerdoelen</a:t>
            </a:r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DBBEBD3-24E2-4874-8EC0-607E3A50B1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10</a:t>
            </a:fld>
            <a:endParaRPr lang="nl-N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F27DAD-3FAA-6B0A-8321-51FE011F533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66" r="-108" b="368"/>
          <a:stretch/>
        </p:blipFill>
        <p:spPr>
          <a:xfrm>
            <a:off x="306296" y="1116000"/>
            <a:ext cx="8712000" cy="36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7900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610980-2703-4ACA-97E1-EC78445C2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Toetsing en beoordeling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98E0D43-A8DE-4AB3-8224-D16204FC72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L" dirty="0"/>
              <a:t>Twee</a:t>
            </a:r>
            <a:r>
              <a:rPr lang="en-US" dirty="0"/>
              <a:t> </a:t>
            </a:r>
            <a:r>
              <a:rPr lang="en-US" dirty="0" err="1"/>
              <a:t>toetsen</a:t>
            </a:r>
            <a:r>
              <a:rPr lang="en-US" dirty="0"/>
              <a:t>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dirty="0"/>
              <a:t>Het praktische deel wordt getoetst door middel van een </a:t>
            </a:r>
            <a:r>
              <a:rPr lang="nl-NL" dirty="0">
                <a:solidFill>
                  <a:srgbClr val="C00000"/>
                </a:solidFill>
              </a:rPr>
              <a:t>eindopdracht</a:t>
            </a:r>
            <a:r>
              <a:rPr lang="nl-NL" dirty="0"/>
              <a:t> (45%).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dirty="0"/>
              <a:t>Het theoriedeel wordt getoetst door een </a:t>
            </a:r>
            <a:r>
              <a:rPr lang="nl-NL" dirty="0">
                <a:solidFill>
                  <a:srgbClr val="C00000"/>
                </a:solidFill>
              </a:rPr>
              <a:t>schriftelijke openboektoets</a:t>
            </a:r>
            <a:r>
              <a:rPr lang="nl-NL" dirty="0"/>
              <a:t> (</a:t>
            </a:r>
            <a:r>
              <a:rPr lang="en-NL" dirty="0"/>
              <a:t>5</a:t>
            </a:r>
            <a:r>
              <a:rPr lang="nl-NL" dirty="0"/>
              <a:t>5%).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FFAE17D-CAF9-4BAE-81C6-86EE6552D8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11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02976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6FF138-8B1F-43C3-BEBE-A759733DB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Toetsing en beoordeling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DBBEBD3-24E2-4874-8EC0-607E3A50B1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12</a:t>
            </a:fld>
            <a:endParaRPr lang="nl-N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D6EFB2-DB6E-B90D-8775-0AE7BECA20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253" y="998590"/>
            <a:ext cx="6136423" cy="4578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744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6DDE11-8450-422B-9A36-A5446E5E5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Inhoud</a:t>
            </a:r>
            <a:r>
              <a:rPr lang="en-US" dirty="0"/>
              <a:t> </a:t>
            </a:r>
            <a:r>
              <a:rPr lang="en-US" dirty="0" err="1"/>
              <a:t>theorielessen</a:t>
            </a:r>
            <a:endParaRPr lang="nl-NL" dirty="0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58529487-F7DB-4844-AFD5-A6B553332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nl-NL" dirty="0"/>
              <a:t>Datacommunicatie</a:t>
            </a:r>
          </a:p>
          <a:p>
            <a:pPr marL="514350" indent="-514350">
              <a:buFont typeface="+mj-lt"/>
              <a:buAutoNum type="arabicPeriod"/>
            </a:pPr>
            <a:r>
              <a:rPr lang="nl-NL" dirty="0"/>
              <a:t>Computernetwerken + Internet</a:t>
            </a:r>
          </a:p>
          <a:p>
            <a:pPr marL="514350" indent="-514350">
              <a:buFont typeface="+mj-lt"/>
              <a:buAutoNum type="arabicPeriod"/>
            </a:pPr>
            <a:r>
              <a:rPr lang="nl-NL" dirty="0"/>
              <a:t>Computerarchitectuur</a:t>
            </a:r>
          </a:p>
          <a:p>
            <a:pPr marL="514350" indent="-514350">
              <a:buFont typeface="+mj-lt"/>
              <a:buAutoNum type="arabicPeriod"/>
            </a:pPr>
            <a:r>
              <a:rPr lang="nl-NL" dirty="0"/>
              <a:t>Microprocessorarchitectuur deel 1</a:t>
            </a:r>
          </a:p>
          <a:p>
            <a:pPr marL="514350" indent="-514350">
              <a:buFont typeface="+mj-lt"/>
              <a:buAutoNum type="arabicPeriod"/>
            </a:pPr>
            <a:r>
              <a:rPr lang="nl-NL" dirty="0"/>
              <a:t>Microprocessorarchitectuur deel 2</a:t>
            </a:r>
          </a:p>
          <a:p>
            <a:pPr marL="514350" indent="-514350">
              <a:buFont typeface="+mj-lt"/>
              <a:buAutoNum type="arabicPeriod"/>
            </a:pPr>
            <a:r>
              <a:rPr lang="nl-NL" dirty="0"/>
              <a:t>Netwerken in productiesystemen</a:t>
            </a:r>
          </a:p>
          <a:p>
            <a:pPr marL="514350" indent="-514350">
              <a:buFont typeface="+mj-lt"/>
              <a:buAutoNum type="arabicPeriod"/>
            </a:pPr>
            <a:r>
              <a:rPr lang="nl-NL" dirty="0"/>
              <a:t>Security</a:t>
            </a:r>
            <a:endParaRPr lang="en-NL" dirty="0"/>
          </a:p>
          <a:p>
            <a:pPr marL="514350" indent="-514350">
              <a:buFont typeface="+mj-lt"/>
              <a:buAutoNum type="arabicPeriod"/>
            </a:pPr>
            <a:r>
              <a:rPr lang="en-NL" dirty="0" err="1"/>
              <a:t>Uitloop</a:t>
            </a:r>
            <a:r>
              <a:rPr lang="en-NL" dirty="0"/>
              <a:t> en </a:t>
            </a:r>
            <a:r>
              <a:rPr lang="en-NL" dirty="0" err="1"/>
              <a:t>herhaling</a:t>
            </a:r>
            <a:r>
              <a:rPr lang="en-NL" dirty="0"/>
              <a:t> en </a:t>
            </a:r>
            <a:r>
              <a:rPr lang="en-NL" dirty="0" err="1"/>
              <a:t>vragen</a:t>
            </a:r>
            <a:endParaRPr lang="nl-NL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43BB51BD-3AE5-4D57-866E-74F30150F8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13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451056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D6A55C-65F7-4F38-B0B7-EBF0A94ED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Inhoud</a:t>
            </a:r>
            <a:r>
              <a:rPr lang="en-US" dirty="0"/>
              <a:t> </a:t>
            </a:r>
            <a:r>
              <a:rPr lang="en-US" dirty="0" err="1"/>
              <a:t>practicumlessen</a:t>
            </a:r>
            <a:r>
              <a:rPr lang="en-US" dirty="0"/>
              <a:t> (labs)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D7EE7F9-3512-419E-BC95-DFD125A02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841276"/>
            <a:ext cx="8352928" cy="4464496"/>
          </a:xfrm>
        </p:spPr>
        <p:txBody>
          <a:bodyPr/>
          <a:lstStyle/>
          <a:p>
            <a:r>
              <a:rPr lang="nl-NL" sz="2400" dirty="0"/>
              <a:t>Week1	Lab1: Introductie ESP32 en </a:t>
            </a:r>
            <a:r>
              <a:rPr lang="nl-NL" sz="2400" dirty="0" err="1"/>
              <a:t>MicroPython</a:t>
            </a:r>
            <a:endParaRPr lang="nl-NL" sz="2400" dirty="0"/>
          </a:p>
          <a:p>
            <a:r>
              <a:rPr lang="nl-NL" sz="2400" dirty="0"/>
              <a:t>	Lab2: </a:t>
            </a:r>
            <a:r>
              <a:rPr lang="da-DK" sz="2400" dirty="0"/>
              <a:t>I2C, SPI en een curve-tracer</a:t>
            </a:r>
            <a:endParaRPr lang="en-NL" sz="2400" dirty="0"/>
          </a:p>
          <a:p>
            <a:r>
              <a:rPr lang="nl-NL" sz="2400" dirty="0"/>
              <a:t>Week2	Lab1: </a:t>
            </a:r>
            <a:r>
              <a:rPr lang="sv-SE" sz="2400" dirty="0"/>
              <a:t>Wifi, Ping, Sockets en HTML</a:t>
            </a:r>
            <a:endParaRPr lang="nl-NL" sz="2400" dirty="0"/>
          </a:p>
          <a:p>
            <a:r>
              <a:rPr lang="nl-NL" sz="2400" dirty="0"/>
              <a:t>	Lab2: Wifi, MQTT en Node-RED</a:t>
            </a:r>
          </a:p>
          <a:p>
            <a:r>
              <a:rPr lang="nl-NL" sz="2400" dirty="0"/>
              <a:t>Week3	Lab1: C programmeren op de MCXA156</a:t>
            </a:r>
          </a:p>
          <a:p>
            <a:r>
              <a:rPr lang="nl-NL" sz="2400" dirty="0"/>
              <a:t>	Lab2: Pointers in C</a:t>
            </a:r>
            <a:endParaRPr lang="en-NL" sz="2400" dirty="0"/>
          </a:p>
          <a:p>
            <a:r>
              <a:rPr lang="nl-NL" sz="2400" dirty="0"/>
              <a:t>Week4	Lab1: </a:t>
            </a:r>
            <a:r>
              <a:rPr lang="nl-NL" sz="2400" dirty="0" err="1"/>
              <a:t>Structs</a:t>
            </a:r>
            <a:r>
              <a:rPr lang="nl-NL" sz="2400" dirty="0"/>
              <a:t> en </a:t>
            </a:r>
            <a:r>
              <a:rPr lang="nl-NL" sz="2400" dirty="0" err="1"/>
              <a:t>enums</a:t>
            </a:r>
            <a:r>
              <a:rPr lang="nl-NL" sz="2400" dirty="0"/>
              <a:t> in C</a:t>
            </a:r>
          </a:p>
          <a:p>
            <a:r>
              <a:rPr lang="nl-NL" sz="2400" dirty="0"/>
              <a:t>	Lab2: </a:t>
            </a:r>
            <a:r>
              <a:rPr lang="en-NL" sz="2400" dirty="0"/>
              <a:t>RTOS / </a:t>
            </a:r>
            <a:r>
              <a:rPr lang="nl-NL" sz="2400" dirty="0" err="1"/>
              <a:t>Pthreads</a:t>
            </a:r>
            <a:endParaRPr lang="nl-NL" sz="2400" dirty="0"/>
          </a:p>
          <a:p>
            <a:r>
              <a:rPr lang="nl-NL" sz="2400" dirty="0"/>
              <a:t>Week5	Lab1: </a:t>
            </a:r>
            <a:r>
              <a:rPr lang="en-NL" sz="2400" dirty="0"/>
              <a:t>RTOS / </a:t>
            </a:r>
            <a:r>
              <a:rPr lang="en-NL" sz="2400" dirty="0" err="1"/>
              <a:t>Pthreads</a:t>
            </a:r>
            <a:r>
              <a:rPr lang="en-NL" sz="2400" dirty="0"/>
              <a:t> &amp; MQ</a:t>
            </a:r>
            <a:endParaRPr lang="nl-NL" sz="2400" dirty="0"/>
          </a:p>
          <a:p>
            <a:r>
              <a:rPr lang="nl-NL" sz="2400" dirty="0"/>
              <a:t>	Lab2: MSP430 Assembler</a:t>
            </a:r>
            <a:endParaRPr lang="en-NL" sz="2400" dirty="0"/>
          </a:p>
          <a:p>
            <a:r>
              <a:rPr lang="nl-NL" sz="2400" dirty="0"/>
              <a:t>Week6 t/m Week8: Lab1 + Lab2 </a:t>
            </a:r>
            <a:r>
              <a:rPr lang="nl-NL" sz="2400" b="1" dirty="0">
                <a:solidFill>
                  <a:srgbClr val="C00000"/>
                </a:solidFill>
              </a:rPr>
              <a:t>Eindopdracht</a:t>
            </a:r>
          </a:p>
          <a:p>
            <a:endParaRPr lang="nl-NL" sz="2400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1A929E0-79CC-45F2-87BF-FAC59C833A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14</a:t>
            </a:fld>
            <a:endParaRPr lang="nl-NL"/>
          </a:p>
        </p:txBody>
      </p:sp>
      <p:pic>
        <p:nvPicPr>
          <p:cNvPr id="9" name="Picture 8" descr="ESP32-C6-DevKitC-1">
            <a:extLst>
              <a:ext uri="{FF2B5EF4-FFF2-40B4-BE49-F238E27FC236}">
                <a16:creationId xmlns:a16="http://schemas.microsoft.com/office/drawing/2014/main" id="{51A94D0A-51F0-2A20-5814-306C448F99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3383" y="537936"/>
            <a:ext cx="3240878" cy="2511680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20E6BA-FA0A-7401-ECA6-6C72CC050F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1719" y="2952711"/>
            <a:ext cx="4092281" cy="2353061"/>
          </a:xfrm>
          <a:prstGeom prst="rect">
            <a:avLst/>
          </a:prstGeom>
          <a:noFill/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7230590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1C06C-CAFF-456E-AC49-10DC14170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Overzicht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2C69FA-BFC2-4649-8376-373CE7DC51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15</a:t>
            </a:fld>
            <a:endParaRPr lang="nl-NL"/>
          </a:p>
        </p:txBody>
      </p:sp>
      <p:pic>
        <p:nvPicPr>
          <p:cNvPr id="5" name="Picture 4" descr="Diagram, timeline&#10;&#10;Description automatically generated">
            <a:extLst>
              <a:ext uri="{FF2B5EF4-FFF2-40B4-BE49-F238E27FC236}">
                <a16:creationId xmlns:a16="http://schemas.microsoft.com/office/drawing/2014/main" id="{D175A16A-6A06-4A29-AEA5-391EDBB8E2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300" y="1254224"/>
            <a:ext cx="6629400" cy="361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1154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Leerdoelen</a:t>
            </a:r>
            <a:endParaRPr lang="en-US"/>
          </a:p>
        </p:txBody>
      </p:sp>
      <p:sp>
        <p:nvSpPr>
          <p:cNvPr id="4" name="Tijdelijke aanduiding voor inhoud 3"/>
          <p:cNvSpPr>
            <a:spLocks noGrp="1"/>
          </p:cNvSpPr>
          <p:nvPr>
            <p:ph idx="1"/>
          </p:nvPr>
        </p:nvSpPr>
        <p:spPr>
          <a:xfrm>
            <a:off x="395536" y="1057300"/>
            <a:ext cx="8352928" cy="4464496"/>
          </a:xfrm>
        </p:spPr>
        <p:txBody>
          <a:bodyPr/>
          <a:lstStyle/>
          <a:p>
            <a:r>
              <a:rPr lang="nl-NL" sz="2800" b="1" dirty="0">
                <a:solidFill>
                  <a:srgbClr val="C00000"/>
                </a:solidFill>
                <a:cs typeface="Arial" panose="020B0604020202020204" pitchFamily="34" charset="0"/>
              </a:rPr>
              <a:t>Leerdoelen week 4.</a:t>
            </a:r>
            <a:r>
              <a:rPr lang="nl-NL" sz="2800" dirty="0">
                <a:cs typeface="Arial" panose="020B0604020202020204" pitchFamily="34" charset="0"/>
              </a:rPr>
              <a:t> Je gaat deze les: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2800" dirty="0"/>
              <a:t>Leren hoe twee digitale systemen met behulp van datacommunicatie gegevens kunnen uitwisselen;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2800" dirty="0"/>
              <a:t>Leren wat de belangrijkste algemene begrippen zijn bij datacommunicatie;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2800" dirty="0"/>
              <a:t>Kennis maken met enkele praktische toepassingen van datacommunicatie.</a:t>
            </a:r>
          </a:p>
        </p:txBody>
      </p:sp>
      <p:sp>
        <p:nvSpPr>
          <p:cNvPr id="2" name="Tijdelijke aanduiding voor dianummer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16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38009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8192" y="2144621"/>
            <a:ext cx="3066663" cy="2299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857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Communicatie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sz="2520" dirty="0"/>
              <a:t>Veel microcontrollers </a:t>
            </a:r>
            <a:r>
              <a:rPr lang="nl-NL" sz="2520" dirty="0">
                <a:solidFill>
                  <a:srgbClr val="C00000"/>
                </a:solidFill>
              </a:rPr>
              <a:t>communiceren</a:t>
            </a:r>
            <a:r>
              <a:rPr lang="nl-NL" sz="2520" dirty="0"/>
              <a:t> met hun omgeving. </a:t>
            </a:r>
            <a:r>
              <a:rPr lang="nl-NL" sz="2520" dirty="0">
                <a:solidFill>
                  <a:srgbClr val="C00000"/>
                </a:solidFill>
              </a:rPr>
              <a:t>Redenen</a:t>
            </a:r>
            <a:r>
              <a:rPr lang="nl-NL" sz="2520" dirty="0"/>
              <a:t> voor communicatie zijn:</a:t>
            </a:r>
          </a:p>
          <a:p>
            <a:pPr marL="411480" indent="-411480">
              <a:buFont typeface="Arial" panose="020B0604020202020204" pitchFamily="34" charset="0"/>
              <a:buChar char="•"/>
            </a:pPr>
            <a:r>
              <a:rPr lang="nl-NL" sz="2520" dirty="0"/>
              <a:t>Inlezen sensoren en aansturen actuatoren.</a:t>
            </a:r>
          </a:p>
          <a:p>
            <a:pPr marL="411480" indent="-411480">
              <a:buFont typeface="Arial" panose="020B0604020202020204" pitchFamily="34" charset="0"/>
              <a:buChar char="•"/>
            </a:pPr>
            <a:r>
              <a:rPr lang="nl-NL" sz="2520" dirty="0"/>
              <a:t>Gedistribueerde besturingen. </a:t>
            </a:r>
          </a:p>
          <a:p>
            <a:pPr marL="822960" lvl="1"/>
            <a:r>
              <a:rPr lang="nl-NL" sz="2160" dirty="0"/>
              <a:t>Het systeem bevat meerdere µC’s </a:t>
            </a:r>
            <a:br>
              <a:rPr lang="nl-NL" sz="2160" dirty="0"/>
            </a:br>
            <a:r>
              <a:rPr lang="nl-NL" sz="2160" dirty="0"/>
              <a:t>die samen het systeem besturen.</a:t>
            </a:r>
          </a:p>
          <a:p>
            <a:pPr marL="411480" indent="-411480">
              <a:buFont typeface="Arial" panose="020B0604020202020204" pitchFamily="34" charset="0"/>
              <a:buChar char="•"/>
            </a:pPr>
            <a:r>
              <a:rPr lang="nl-NL" sz="2520" dirty="0"/>
              <a:t>Onderhoud.</a:t>
            </a:r>
          </a:p>
          <a:p>
            <a:pPr marL="822960" lvl="1"/>
            <a:r>
              <a:rPr lang="nl-NL" sz="2160" dirty="0"/>
              <a:t>Programmeerinterface, diagnose interface, enz.</a:t>
            </a:r>
          </a:p>
          <a:p>
            <a:pPr marL="411480" indent="-411480">
              <a:buFont typeface="Arial" panose="020B0604020202020204" pitchFamily="34" charset="0"/>
              <a:buChar char="•"/>
            </a:pPr>
            <a:r>
              <a:rPr lang="nl-NL" sz="2520" dirty="0"/>
              <a:t>Gemeten data moet naar verzamelpunt gestuurd worden (data acquisitie systemen).</a:t>
            </a:r>
          </a:p>
          <a:p>
            <a:endParaRPr lang="nl-NL" sz="2520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17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45300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Begrippen</a:t>
            </a:r>
            <a:r>
              <a:rPr lang="en-US" dirty="0"/>
              <a:t> </a:t>
            </a:r>
            <a:r>
              <a:rPr lang="en-US" dirty="0" err="1"/>
              <a:t>datacommunicatie</a:t>
            </a:r>
            <a:endParaRPr lang="en-US" dirty="0"/>
          </a:p>
        </p:txBody>
      </p:sp>
      <p:sp>
        <p:nvSpPr>
          <p:cNvPr id="4" name="Tijdelijke aanduiding voor inhoud 3"/>
          <p:cNvSpPr>
            <a:spLocks noGrp="1"/>
          </p:cNvSpPr>
          <p:nvPr>
            <p:ph idx="1"/>
          </p:nvPr>
        </p:nvSpPr>
        <p:spPr>
          <a:xfrm>
            <a:off x="395536" y="1057300"/>
            <a:ext cx="8352928" cy="4464496"/>
          </a:xfrm>
        </p:spPr>
        <p:txBody>
          <a:bodyPr/>
          <a:lstStyle/>
          <a:p>
            <a:r>
              <a:rPr lang="nl-NL" sz="2800" dirty="0">
                <a:cs typeface="Arial" panose="020B0604020202020204" pitchFamily="34" charset="0"/>
              </a:rPr>
              <a:t>Bij </a:t>
            </a:r>
            <a:r>
              <a:rPr lang="nl-NL" sz="2800" dirty="0">
                <a:solidFill>
                  <a:srgbClr val="B71327"/>
                </a:solidFill>
                <a:cs typeface="Arial" panose="020B0604020202020204" pitchFamily="34" charset="0"/>
              </a:rPr>
              <a:t>datacommunicatie</a:t>
            </a:r>
            <a:r>
              <a:rPr lang="nl-NL" sz="2800" dirty="0">
                <a:cs typeface="Arial" panose="020B0604020202020204" pitchFamily="34" charset="0"/>
              </a:rPr>
              <a:t> worden veel vaktermen (jargon) en afkortingen gebruikt.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2800" dirty="0"/>
              <a:t>Breid je woordenschat uit!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2800" dirty="0"/>
              <a:t>Veel begrippen staan duidelijk uitgelegd in het boek.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2800" dirty="0"/>
              <a:t>Maak een lijstje met woorden en afkortingen die je nog niet kent.</a:t>
            </a:r>
          </a:p>
        </p:txBody>
      </p:sp>
      <p:sp>
        <p:nvSpPr>
          <p:cNvPr id="2" name="Tijdelijke aanduiding voor dianummer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18</a:t>
            </a:fld>
            <a:endParaRPr lang="nl-NL"/>
          </a:p>
        </p:txBody>
      </p:sp>
      <p:pic>
        <p:nvPicPr>
          <p:cNvPr id="5" name="Afbeelding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350" y="3426728"/>
            <a:ext cx="2311092" cy="2311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006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423D5C-B3E3-41A0-AABB-DF87EF5D1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Zoek</a:t>
            </a:r>
            <a:r>
              <a:rPr lang="en-US" dirty="0"/>
              <a:t> de </a:t>
            </a:r>
            <a:r>
              <a:rPr lang="en-US" dirty="0" err="1"/>
              <a:t>combinaties</a:t>
            </a:r>
            <a:endParaRPr lang="en-US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86242AB4-26E1-4B34-A436-8D9C3198DC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19</a:t>
            </a:fld>
            <a:endParaRPr lang="nl-NL"/>
          </a:p>
        </p:txBody>
      </p:sp>
      <p:sp>
        <p:nvSpPr>
          <p:cNvPr id="4" name="Tijdelijke aanduiding voor inhoud 2">
            <a:extLst>
              <a:ext uri="{FF2B5EF4-FFF2-40B4-BE49-F238E27FC236}">
                <a16:creationId xmlns:a16="http://schemas.microsoft.com/office/drawing/2014/main" id="{A53FEC29-FBAE-4A55-9AA8-464C8A1946CE}"/>
              </a:ext>
            </a:extLst>
          </p:cNvPr>
          <p:cNvSpPr txBox="1">
            <a:spLocks/>
          </p:cNvSpPr>
          <p:nvPr/>
        </p:nvSpPr>
        <p:spPr>
          <a:xfrm>
            <a:off x="395536" y="985292"/>
            <a:ext cx="8352928" cy="4464496"/>
          </a:xfrm>
          <a:prstGeom prst="rect">
            <a:avLst/>
          </a:prstGeom>
        </p:spPr>
        <p:txBody>
          <a:bodyPr/>
          <a:lstStyle>
            <a:lvl1pPr marL="285728" indent="-285728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CE0044"/>
              </a:buClr>
              <a:buSzPct val="120000"/>
              <a:buFont typeface="Arial" panose="020B0604020202020204" pitchFamily="34" charset="0"/>
              <a:defRPr sz="18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768553" indent="-166674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Lucida Grande" pitchFamily="126" charset="0"/>
              <a:buChar char="▸"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08516" indent="-190484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Lucida Grande" pitchFamily="126" charset="0"/>
              <a:buChar char="▸"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448478" indent="-190484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Font typeface="Lucida Grande" pitchFamily="126" charset="0"/>
              <a:buChar char="▸"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788440" indent="-190484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Font typeface="Lucida Grande" pitchFamily="126" charset="0"/>
              <a:buChar char="▸"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169410" indent="-190484" algn="l" rtl="0" fontAlgn="base">
              <a:spcBef>
                <a:spcPct val="20000"/>
              </a:spcBef>
              <a:spcAft>
                <a:spcPct val="0"/>
              </a:spcAft>
              <a:buChar char="»"/>
              <a:defRPr sz="1333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550379" indent="-190484" algn="l" rtl="0" fontAlgn="base">
              <a:spcBef>
                <a:spcPct val="20000"/>
              </a:spcBef>
              <a:spcAft>
                <a:spcPct val="0"/>
              </a:spcAft>
              <a:buChar char="»"/>
              <a:defRPr sz="1333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2931349" indent="-190484" algn="l" rtl="0" fontAlgn="base">
              <a:spcBef>
                <a:spcPct val="20000"/>
              </a:spcBef>
              <a:spcAft>
                <a:spcPct val="0"/>
              </a:spcAft>
              <a:buChar char="»"/>
              <a:defRPr sz="1333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312318" indent="-190484" algn="l" rtl="0" fontAlgn="base">
              <a:spcBef>
                <a:spcPct val="20000"/>
              </a:spcBef>
              <a:spcAft>
                <a:spcPct val="0"/>
              </a:spcAft>
              <a:buChar char="»"/>
              <a:defRPr sz="1333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pPr marL="0" indent="0"/>
            <a:r>
              <a:rPr lang="nl-NL" b="0" kern="0" dirty="0"/>
              <a:t>Opdracht: Voeg de juiste termen bij de zinnen</a:t>
            </a:r>
          </a:p>
          <a:p>
            <a:pPr marL="457200" indent="-457200">
              <a:buFont typeface="+mj-lt"/>
              <a:buAutoNum type="arabicPeriod"/>
            </a:pPr>
            <a:r>
              <a:rPr lang="nl-NL" b="0" kern="0" dirty="0"/>
              <a:t>Stuur ik bits tegelijk of achter elkaar</a:t>
            </a:r>
          </a:p>
          <a:p>
            <a:pPr marL="457200" indent="-457200">
              <a:buFont typeface="+mj-lt"/>
              <a:buAutoNum type="arabicPeriod"/>
            </a:pPr>
            <a:r>
              <a:rPr lang="nl-NL" b="0" kern="0" dirty="0"/>
              <a:t>Hoe snel kan ik bits sturen</a:t>
            </a:r>
          </a:p>
          <a:p>
            <a:pPr marL="457200" indent="-457200">
              <a:buFont typeface="+mj-lt"/>
              <a:buAutoNum type="arabicPeriod"/>
            </a:pPr>
            <a:r>
              <a:rPr lang="nl-NL" b="0" kern="0" dirty="0"/>
              <a:t>Meerdere gesprekken tegelijk over 1 kanaal</a:t>
            </a:r>
          </a:p>
          <a:p>
            <a:pPr marL="457200" indent="-457200">
              <a:buFont typeface="+mj-lt"/>
              <a:buAutoNum type="arabicPeriod"/>
            </a:pPr>
            <a:r>
              <a:rPr lang="nl-NL" b="0" kern="0" dirty="0"/>
              <a:t>Stuur ik mijn kloksignaal mee of niet</a:t>
            </a:r>
          </a:p>
          <a:p>
            <a:pPr marL="457200" indent="-457200">
              <a:buFont typeface="+mj-lt"/>
              <a:buAutoNum type="arabicPeriod"/>
            </a:pPr>
            <a:r>
              <a:rPr lang="nl-NL" b="0" kern="0" dirty="0"/>
              <a:t>Hoe ziet mijn signaal er uit qua spanning </a:t>
            </a:r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59256EBB-DD50-48F8-BCE5-F85B754BCA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3334" y="3360234"/>
            <a:ext cx="5512818" cy="1910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7537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0906A8-DF91-49ED-8107-0E8C5606E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I2C </a:t>
            </a:r>
            <a:r>
              <a:rPr lang="en-US" dirty="0" err="1"/>
              <a:t>communicatie</a:t>
            </a:r>
            <a:endParaRPr lang="en-US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5ADD2C79-2FB9-487C-8318-FA9ED2099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20</a:t>
            </a:fld>
            <a:endParaRPr lang="nl-NL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704159D5-F49F-44E0-929D-B48CE3A557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30696"/>
            <a:ext cx="9144000" cy="3653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42462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3733F2-9BFF-4CB2-96ED-0DE63387C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sz="3200" dirty="0"/>
              <a:t>Parallel versus serieel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860D10D-533C-4A5F-8876-6096FDBD7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4801716"/>
            <a:ext cx="8352928" cy="648072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dirty="0"/>
              <a:t>Wat is sneller? (synchronisatie, </a:t>
            </a:r>
            <a:r>
              <a:rPr lang="nl-NL" dirty="0" err="1"/>
              <a:t>overspraak</a:t>
            </a:r>
            <a:r>
              <a:rPr lang="nl-NL" dirty="0"/>
              <a:t>)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57E9CA2-8A8D-48EA-BC02-78C9B4FD05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21</a:t>
            </a:fld>
            <a:endParaRPr lang="nl-NL"/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B897CABE-D906-4ABA-BB4D-A20C7D5CC8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5" y="1046986"/>
            <a:ext cx="8113111" cy="330784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75536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8192" y="2144621"/>
            <a:ext cx="3066663" cy="2299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857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Communicatie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sz="2520" dirty="0"/>
              <a:t>Veel microcontrollers </a:t>
            </a:r>
            <a:r>
              <a:rPr lang="nl-NL" sz="2520" dirty="0">
                <a:solidFill>
                  <a:srgbClr val="C00000"/>
                </a:solidFill>
              </a:rPr>
              <a:t>communiceren</a:t>
            </a:r>
            <a:r>
              <a:rPr lang="nl-NL" sz="2520" dirty="0"/>
              <a:t> met hun omgeving. </a:t>
            </a:r>
            <a:r>
              <a:rPr lang="nl-NL" sz="2520" dirty="0">
                <a:solidFill>
                  <a:srgbClr val="C00000"/>
                </a:solidFill>
              </a:rPr>
              <a:t>Redenen</a:t>
            </a:r>
            <a:r>
              <a:rPr lang="nl-NL" sz="2520" dirty="0"/>
              <a:t> voor communicatie zijn:</a:t>
            </a:r>
          </a:p>
          <a:p>
            <a:pPr marL="411480" indent="-411480">
              <a:buFont typeface="Arial" panose="020B0604020202020204" pitchFamily="34" charset="0"/>
              <a:buChar char="•"/>
            </a:pPr>
            <a:r>
              <a:rPr lang="nl-NL" sz="2520" dirty="0"/>
              <a:t>Inlezen sensoren en aansturen actuatoren.</a:t>
            </a:r>
          </a:p>
          <a:p>
            <a:pPr marL="411480" indent="-411480">
              <a:buFont typeface="Arial" panose="020B0604020202020204" pitchFamily="34" charset="0"/>
              <a:buChar char="•"/>
            </a:pPr>
            <a:r>
              <a:rPr lang="nl-NL" sz="2520" dirty="0"/>
              <a:t>Gedistribueerde besturingen. </a:t>
            </a:r>
          </a:p>
          <a:p>
            <a:pPr marL="822960" lvl="1"/>
            <a:r>
              <a:rPr lang="nl-NL" sz="2160" dirty="0"/>
              <a:t>Het systeem bevat meerdere µC’s </a:t>
            </a:r>
            <a:br>
              <a:rPr lang="nl-NL" sz="2160" dirty="0"/>
            </a:br>
            <a:r>
              <a:rPr lang="nl-NL" sz="2160" dirty="0"/>
              <a:t>die samen het systeem besturen.</a:t>
            </a:r>
          </a:p>
          <a:p>
            <a:pPr marL="411480" indent="-411480">
              <a:buFont typeface="Arial" panose="020B0604020202020204" pitchFamily="34" charset="0"/>
              <a:buChar char="•"/>
            </a:pPr>
            <a:r>
              <a:rPr lang="nl-NL" sz="2520" dirty="0"/>
              <a:t>Onderhoud.</a:t>
            </a:r>
          </a:p>
          <a:p>
            <a:pPr marL="822960" lvl="1"/>
            <a:r>
              <a:rPr lang="nl-NL" sz="2160" dirty="0"/>
              <a:t>Programmeerinterface, diagnose interface, enz.</a:t>
            </a:r>
          </a:p>
          <a:p>
            <a:pPr marL="411480" indent="-411480">
              <a:buFont typeface="Arial" panose="020B0604020202020204" pitchFamily="34" charset="0"/>
              <a:buChar char="•"/>
            </a:pPr>
            <a:r>
              <a:rPr lang="nl-NL" sz="2520" dirty="0"/>
              <a:t>Gemeten data moet naar verzamelpunt gestuurd worden (data acquisitie systemen).</a:t>
            </a:r>
          </a:p>
          <a:p>
            <a:endParaRPr lang="nl-NL" sz="2520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69259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3733F2-9BFF-4CB2-96ED-0DE63387C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sz="3200" dirty="0"/>
              <a:t>Parallel versus serieel: (P)ATA versus SATA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860D10D-533C-4A5F-8876-6096FDBD7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4801716"/>
            <a:ext cx="8352928" cy="648072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dirty="0"/>
              <a:t>Wat is sneller?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57E9CA2-8A8D-48EA-BC02-78C9B4FD05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23</a:t>
            </a:fld>
            <a:endParaRPr lang="nl-NL"/>
          </a:p>
        </p:txBody>
      </p:sp>
      <p:pic>
        <p:nvPicPr>
          <p:cNvPr id="5" name="Afbeelding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065" y="1371600"/>
            <a:ext cx="3914775" cy="3131820"/>
          </a:xfrm>
          <a:prstGeom prst="rect">
            <a:avLst/>
          </a:prstGeom>
        </p:spPr>
      </p:pic>
      <p:pic>
        <p:nvPicPr>
          <p:cNvPr id="7" name="Afbeelding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630" y="1544166"/>
            <a:ext cx="3257550" cy="325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5664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3733F2-9BFF-4CB2-96ED-0DE63387C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sz="3200" dirty="0"/>
              <a:t>Parallel is op korte afstand wel sneller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57E9CA2-8A8D-48EA-BC02-78C9B4FD05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24</a:t>
            </a:fld>
            <a:endParaRPr lang="nl-NL"/>
          </a:p>
        </p:txBody>
      </p:sp>
      <p:pic>
        <p:nvPicPr>
          <p:cNvPr id="9" name="Afbeelding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439" y="1120140"/>
            <a:ext cx="8505123" cy="3681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387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BE7C64-49F7-4BA7-A5BC-4B4DA0C24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Kanaalcapaciteit en bandbreedte</a:t>
            </a:r>
            <a:endParaRPr lang="nl-NL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BC82A588-94A1-4629-ADDF-985C1BE6DE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nl-NL" dirty="0"/>
                  <a:t>Wet van Shannon:</a:t>
                </a:r>
                <a:br>
                  <a:rPr lang="nl-NL" dirty="0"/>
                </a:br>
                <a:endParaRPr lang="nl-NL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nl-NL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NL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nl-NL" i="1">
                          <a:latin typeface="Cambria Math" panose="02040503050406030204" pitchFamily="18" charset="0"/>
                        </a:rPr>
                        <m:t>∗</m:t>
                      </m:r>
                      <m:func>
                        <m:funcPr>
                          <m:ctrlPr>
                            <a:rPr lang="nl-NL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nl-NL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nl-NL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nl-NL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nl-NL" i="1">
                              <a:latin typeface="Cambria Math" panose="02040503050406030204" pitchFamily="18" charset="0"/>
                            </a:rPr>
                            <m:t>(1+</m:t>
                          </m:r>
                          <m:f>
                            <m:fPr>
                              <m:type m:val="skw"/>
                              <m:ctrlPr>
                                <a:rPr lang="nl-NL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nl-NL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num>
                            <m:den>
                              <m:r>
                                <a:rPr lang="nl-NL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nl-NL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nl-NL" dirty="0"/>
              </a:p>
              <a:p>
                <a:pPr marL="914400" lvl="1"/>
                <a:endParaRPr lang="nl-NL" sz="1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914400" lvl="1"/>
                <a:r>
                  <a:rPr lang="nl-NL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</a:t>
                </a:r>
                <a:r>
                  <a:rPr lang="nl-NL" dirty="0"/>
                  <a:t> = Capaciteit</a:t>
                </a:r>
              </a:p>
              <a:p>
                <a:pPr marL="914400" lvl="1"/>
                <a:r>
                  <a:rPr lang="nl-NL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B</a:t>
                </a:r>
                <a:r>
                  <a:rPr lang="nl-NL" dirty="0"/>
                  <a:t> = Bandbreedte</a:t>
                </a:r>
              </a:p>
              <a:p>
                <a:pPr marL="914400" lvl="1"/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i="1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r>
                          <a:rPr lang="nl-NL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r>
                  <a:rPr lang="nl-NL" dirty="0"/>
                  <a:t> = Signaal-ruisverhouding</a:t>
                </a:r>
              </a:p>
              <a:p>
                <a:pPr marL="457200"/>
                <a:endParaRPr lang="nl-NL" dirty="0"/>
              </a:p>
              <a:p>
                <a:pPr lvl="1" indent="0">
                  <a:buNone/>
                </a:pPr>
                <a:endParaRPr lang="nl-NL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nl-NL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nl-NL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nl-NL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nl-NL" dirty="0"/>
                  <a:t>Zie: </a:t>
                </a:r>
                <a:r>
                  <a:rPr lang="nl-NL" dirty="0" err="1"/>
                  <a:t>Spice</a:t>
                </a:r>
                <a:r>
                  <a:rPr lang="nl-NL" dirty="0"/>
                  <a:t> voorbeeld.</a:t>
                </a:r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BC82A588-94A1-4629-ADDF-985C1BE6DE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79" t="-1776" b="-51230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46EFB0B-C58A-4570-8EA0-61F748B253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26899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>
                <a:cs typeface="Calibri"/>
              </a:rPr>
              <a:t>  Multiplexing</a:t>
            </a:r>
            <a:endParaRPr lang="en-US"/>
          </a:p>
        </p:txBody>
      </p:sp>
      <p:sp>
        <p:nvSpPr>
          <p:cNvPr id="4" name="Tijdelijke aanduiding voor inhoud 3"/>
          <p:cNvSpPr>
            <a:spLocks noGrp="1"/>
          </p:cNvSpPr>
          <p:nvPr>
            <p:ph idx="1"/>
          </p:nvPr>
        </p:nvSpPr>
        <p:spPr>
          <a:xfrm>
            <a:off x="395536" y="1057300"/>
            <a:ext cx="8352928" cy="4464496"/>
          </a:xfrm>
        </p:spPr>
        <p:txBody>
          <a:bodyPr anchor="t"/>
          <a:lstStyle/>
          <a:p>
            <a:pPr marL="457200" indent="-457200">
              <a:buFont typeface="Arial" panose="020B0606030504020204" pitchFamily="34" charset="0"/>
              <a:buChar char="•"/>
            </a:pPr>
            <a:r>
              <a:rPr lang="nl-NL" sz="2800" dirty="0">
                <a:cs typeface="Calibri"/>
              </a:rPr>
              <a:t>Hoe praten verschillende doelen en bronnen met elkaar over 1 kanaal (A</a:t>
            </a:r>
            <a:r>
              <a:rPr lang="nl-NL" sz="2800" dirty="0">
                <a:cs typeface="Calibri"/>
                <a:sym typeface="Wingdings" panose="05000000000000000000" pitchFamily="2" charset="2"/>
              </a:rPr>
              <a:t>  X, B  Y, C  Z)? </a:t>
            </a:r>
            <a:endParaRPr lang="nl-NL" dirty="0">
              <a:cs typeface="Calibri"/>
            </a:endParaRPr>
          </a:p>
          <a:p>
            <a:pPr marL="457200" indent="-457200">
              <a:buFont typeface="Arial" panose="020B0606030504020204" pitchFamily="34" charset="0"/>
              <a:buChar char="•"/>
            </a:pPr>
            <a:endParaRPr lang="nl-NL" sz="2800" dirty="0">
              <a:cs typeface="Calibri"/>
            </a:endParaRPr>
          </a:p>
          <a:p>
            <a:pPr marL="457200" indent="-457200">
              <a:buFont typeface="Arial" panose="020B0606030504020204" pitchFamily="34" charset="0"/>
              <a:buChar char="•"/>
            </a:pPr>
            <a:endParaRPr lang="nl-NL" sz="2800" dirty="0">
              <a:cs typeface="Calibri"/>
            </a:endParaRPr>
          </a:p>
          <a:p>
            <a:pPr marL="457200" indent="-457200">
              <a:buFont typeface="Arial" panose="020B0606030504020204" pitchFamily="34" charset="0"/>
              <a:buChar char="•"/>
            </a:pPr>
            <a:endParaRPr lang="nl-NL" sz="2800" dirty="0">
              <a:cs typeface="Calibri"/>
            </a:endParaRPr>
          </a:p>
          <a:p>
            <a:pPr marL="457200" indent="-457200">
              <a:buFont typeface="Arial" panose="020B0606030504020204" pitchFamily="34" charset="0"/>
              <a:buChar char="•"/>
            </a:pPr>
            <a:endParaRPr lang="nl-NL" sz="2800" dirty="0">
              <a:cs typeface="Calibri"/>
            </a:endParaRPr>
          </a:p>
          <a:p>
            <a:pPr marL="457200" indent="-457200">
              <a:buFont typeface="Arial" panose="020B0606030504020204" pitchFamily="34" charset="0"/>
              <a:buChar char="•"/>
            </a:pPr>
            <a:endParaRPr lang="nl-NL" sz="2800" dirty="0">
              <a:cs typeface="Calibri"/>
            </a:endParaRPr>
          </a:p>
          <a:p>
            <a:pPr marL="457200" indent="-457200">
              <a:buFont typeface="Arial" panose="020B0606030504020204" pitchFamily="34" charset="0"/>
              <a:buChar char="•"/>
            </a:pPr>
            <a:endParaRPr lang="nl-NL" sz="2800" dirty="0">
              <a:cs typeface="Calibri"/>
            </a:endParaRPr>
          </a:p>
          <a:p>
            <a:pPr marL="457200" indent="-457200">
              <a:buFont typeface="Arial" panose="020B0606030504020204" pitchFamily="34" charset="0"/>
              <a:buChar char="•"/>
            </a:pPr>
            <a:r>
              <a:rPr lang="nl-NL" sz="2800" dirty="0">
                <a:cs typeface="Calibri"/>
              </a:rPr>
              <a:t>Wat zijn de blokjes van M en D?</a:t>
            </a:r>
          </a:p>
        </p:txBody>
      </p:sp>
      <p:sp>
        <p:nvSpPr>
          <p:cNvPr id="2" name="Tijdelijke aanduiding voor dianummer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26</a:t>
            </a:fld>
            <a:endParaRPr lang="nl-NL"/>
          </a:p>
        </p:txBody>
      </p:sp>
      <p:pic>
        <p:nvPicPr>
          <p:cNvPr id="5" name="Picture 5" descr="A picture containing object&#10;&#10;Description generated with very high confidence">
            <a:extLst>
              <a:ext uri="{FF2B5EF4-FFF2-40B4-BE49-F238E27FC236}">
                <a16:creationId xmlns:a16="http://schemas.microsoft.com/office/drawing/2014/main" id="{ECBEA1B4-7C9E-4C69-B922-5A152D254A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050" y="2258183"/>
            <a:ext cx="5295901" cy="2568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627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BC9E2-1BC4-46C4-B070-CC71A38AA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b="0" dirty="0">
                <a:cs typeface="Calibri"/>
              </a:rPr>
            </a:br>
            <a:r>
              <a:rPr lang="en-US" b="0" dirty="0">
                <a:cs typeface="Calibri"/>
              </a:rPr>
              <a:t>TDM Time Division Multiplexing</a:t>
            </a:r>
            <a:endParaRPr lang="en-US" dirty="0"/>
          </a:p>
          <a:p>
            <a:endParaRPr lang="en-US" dirty="0">
              <a:cs typeface="Calibri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8FDD4D8-A371-46AE-A750-B52C435202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896" y="3120390"/>
            <a:ext cx="8352928" cy="2514600"/>
          </a:xfrm>
        </p:spPr>
        <p:txBody>
          <a:bodyPr anchor="t"/>
          <a:lstStyle/>
          <a:p>
            <a:pPr marL="457200" indent="-457200">
              <a:buFont typeface="Arial" panose="020B0606030504020204" pitchFamily="34" charset="0"/>
              <a:buChar char="•"/>
            </a:pPr>
            <a:r>
              <a:rPr lang="nl-NL" sz="2800" dirty="0">
                <a:cs typeface="Calibri"/>
              </a:rPr>
              <a:t>Tijd in stukken verdelen en elke keer een zender naar bijhorende ontvanger laten sturen.</a:t>
            </a:r>
          </a:p>
          <a:p>
            <a:pPr marL="457200" indent="-457200">
              <a:buFont typeface="Arial" panose="020B0606030504020204" pitchFamily="34" charset="0"/>
              <a:buChar char="•"/>
            </a:pPr>
            <a:r>
              <a:rPr lang="nl-NL" sz="2800" dirty="0">
                <a:cs typeface="Calibri"/>
              </a:rPr>
              <a:t>Ieder heeft (gedurende een tijdslot) de hele capaciteit van het medium ter beschikking.</a:t>
            </a:r>
            <a:endParaRPr lang="nl-NL" sz="2800" dirty="0"/>
          </a:p>
          <a:p>
            <a:pPr marL="457200" indent="-457200">
              <a:buFont typeface="Arial" panose="020B0606030504020204" pitchFamily="34" charset="0"/>
              <a:buChar char="•"/>
            </a:pPr>
            <a:endParaRPr lang="nl-NL" sz="2800" dirty="0">
              <a:cs typeface="Calibri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C6D2F14-DE90-4771-8131-01D4F7C41D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27</a:t>
            </a:fld>
            <a:endParaRPr lang="nl-NL"/>
          </a:p>
        </p:txBody>
      </p:sp>
      <p:pic>
        <p:nvPicPr>
          <p:cNvPr id="6" name="Picture 6" descr="A picture containing object&#10;&#10;Description generated with very high confidence">
            <a:extLst>
              <a:ext uri="{FF2B5EF4-FFF2-40B4-BE49-F238E27FC236}">
                <a16:creationId xmlns:a16="http://schemas.microsoft.com/office/drawing/2014/main" id="{27AA93BF-7150-48A6-85B7-487BD65F1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631" y="1574590"/>
            <a:ext cx="8232536" cy="1013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31137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93F88-40F2-4C51-A468-6FFEB184D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b="0" dirty="0">
                <a:cs typeface="Calibri"/>
              </a:rPr>
            </a:br>
            <a:r>
              <a:rPr lang="en-US" b="0" dirty="0">
                <a:cs typeface="Calibri"/>
              </a:rPr>
              <a:t>FDM Frequency Division Multiplexing</a:t>
            </a:r>
            <a:endParaRPr lang="en-US" dirty="0"/>
          </a:p>
          <a:p>
            <a:endParaRPr lang="en-US" dirty="0">
              <a:cs typeface="Calibri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23E313-6DB1-43D5-9C93-9080DB2B22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2834640"/>
            <a:ext cx="8352928" cy="2731770"/>
          </a:xfrm>
        </p:spPr>
        <p:txBody>
          <a:bodyPr anchor="t"/>
          <a:lstStyle/>
          <a:p>
            <a:pPr marL="457200" indent="-457200">
              <a:buFont typeface="Arial" panose="020B0606030504020204" pitchFamily="34" charset="0"/>
              <a:buChar char="•"/>
            </a:pPr>
            <a:r>
              <a:rPr lang="nl-NL" sz="2800" dirty="0">
                <a:cs typeface="Calibri"/>
              </a:rPr>
              <a:t>Bij deze vorm wordt de capaciteit van het medium gesplitst in frequentiebanden.</a:t>
            </a:r>
          </a:p>
          <a:p>
            <a:pPr marL="457200" indent="-457200">
              <a:buFont typeface="Arial" panose="020B0606030504020204" pitchFamily="34" charset="0"/>
              <a:buChar char="•"/>
            </a:pPr>
            <a:r>
              <a:rPr lang="nl-NL" sz="2800" dirty="0">
                <a:cs typeface="Calibri"/>
              </a:rPr>
              <a:t>Elke zender zal </a:t>
            </a:r>
            <a:r>
              <a:rPr lang="nl-NL" sz="2800" dirty="0" err="1">
                <a:cs typeface="Calibri"/>
              </a:rPr>
              <a:t>m.b.v</a:t>
            </a:r>
            <a:r>
              <a:rPr lang="nl-NL" sz="2800" dirty="0">
                <a:cs typeface="Calibri"/>
              </a:rPr>
              <a:t> modulatietechnieken zijn eigen toegewezen frequentieband gebruiken om met de bijhorende ontvanger te kunnen communiceren.</a:t>
            </a:r>
          </a:p>
          <a:p>
            <a:pPr marL="457200" indent="-457200">
              <a:buFont typeface="Arial" panose="020B0606030504020204" pitchFamily="34" charset="0"/>
              <a:buChar char="•"/>
            </a:pPr>
            <a:r>
              <a:rPr lang="nl-NL" sz="2800" dirty="0">
                <a:cs typeface="Calibri"/>
              </a:rPr>
              <a:t>Voorbeelden?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808469-BBB6-4E2F-822F-E33C090A1C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28</a:t>
            </a:fld>
            <a:endParaRPr lang="nl-NL"/>
          </a:p>
        </p:txBody>
      </p:sp>
      <p:pic>
        <p:nvPicPr>
          <p:cNvPr id="4" name="Picture 4" descr="A picture containing object&#10;&#10;Description generated with very high confidence">
            <a:extLst>
              <a:ext uri="{FF2B5EF4-FFF2-40B4-BE49-F238E27FC236}">
                <a16:creationId xmlns:a16="http://schemas.microsoft.com/office/drawing/2014/main" id="{C8141394-DE82-4A70-92C3-7375D80547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202674"/>
            <a:ext cx="8352928" cy="1237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3874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F54A9-D6C0-44E8-9A10-6EE10D3CE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FDM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E38D53-7320-443D-8A02-9FD172F0E8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3440430"/>
            <a:ext cx="8352928" cy="2009358"/>
          </a:xfrm>
        </p:spPr>
        <p:txBody>
          <a:bodyPr anchor="t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2800" dirty="0">
                <a:cs typeface="Calibri"/>
              </a:rPr>
              <a:t>Bij standard FDM worden frequentiebanden door ongebruikte frequentiegebieden (g = </a:t>
            </a:r>
            <a:r>
              <a:rPr lang="nl-NL" sz="2800" dirty="0" err="1">
                <a:cs typeface="Calibri"/>
              </a:rPr>
              <a:t>guard</a:t>
            </a:r>
            <a:r>
              <a:rPr lang="nl-NL" sz="2800" dirty="0">
                <a:cs typeface="Calibri"/>
              </a:rPr>
              <a:t>) van elkaar gescheiden om interferentie te voorkomen.</a:t>
            </a:r>
            <a:endParaRPr lang="nl-NL" dirty="0">
              <a:cs typeface="Calibr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2800" dirty="0">
                <a:cs typeface="Calibri"/>
              </a:rPr>
              <a:t>Hierbij verliezen we natuurlijk wel bandbreedte.</a:t>
            </a:r>
          </a:p>
          <a:p>
            <a:endParaRPr lang="nl-NL" sz="2800" dirty="0">
              <a:cs typeface="Calibri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E0AB72-7A48-48FA-A49B-18DDED5994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29</a:t>
            </a:fld>
            <a:endParaRPr lang="nl-NL"/>
          </a:p>
        </p:txBody>
      </p:sp>
      <p:pic>
        <p:nvPicPr>
          <p:cNvPr id="7" name="Afbeelding 6"/>
          <p:cNvPicPr/>
          <p:nvPr/>
        </p:nvPicPr>
        <p:blipFill>
          <a:blip r:embed="rId2"/>
          <a:stretch>
            <a:fillRect/>
          </a:stretch>
        </p:blipFill>
        <p:spPr>
          <a:xfrm>
            <a:off x="512370" y="987503"/>
            <a:ext cx="8096400" cy="232956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99228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B60A5-9A63-47E5-A1C8-BFE06AA16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OFDM Orthogonal FDM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A23E91-0ABE-4C55-8A6F-79C96F9DF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3303270"/>
            <a:ext cx="8352928" cy="2146518"/>
          </a:xfrm>
        </p:spPr>
        <p:txBody>
          <a:bodyPr anchor="t"/>
          <a:lstStyle/>
          <a:p>
            <a:pPr marL="457200" indent="-457200">
              <a:buFont typeface="Arial" panose="020B0606030504020204" pitchFamily="34" charset="0"/>
              <a:buChar char="•"/>
            </a:pPr>
            <a:r>
              <a:rPr lang="nl-NL" sz="2800" dirty="0">
                <a:cs typeface="Calibri"/>
              </a:rPr>
              <a:t>Een moderne vorm van FDM is OFDM: door orthogonaliteit is er geen interferentie tussen verschillende </a:t>
            </a:r>
            <a:r>
              <a:rPr lang="nl-NL" sz="2800" dirty="0" err="1">
                <a:cs typeface="Calibri"/>
              </a:rPr>
              <a:t>subcarriers</a:t>
            </a:r>
            <a:r>
              <a:rPr lang="nl-NL" sz="2800" dirty="0">
                <a:cs typeface="Calibri"/>
              </a:rPr>
              <a:t>.</a:t>
            </a:r>
          </a:p>
          <a:p>
            <a:pPr marL="457200" indent="-457200">
              <a:buFont typeface="Arial" panose="020B0606030504020204" pitchFamily="34" charset="0"/>
              <a:buChar char="•"/>
            </a:pPr>
            <a:r>
              <a:rPr lang="nl-NL" sz="2800" dirty="0">
                <a:cs typeface="Calibri"/>
              </a:rPr>
              <a:t>Zelfde medium, maar hogere </a:t>
            </a:r>
            <a:r>
              <a:rPr lang="nl-NL" sz="2800" dirty="0" err="1">
                <a:cs typeface="Calibri"/>
              </a:rPr>
              <a:t>dataoverdacht</a:t>
            </a:r>
            <a:r>
              <a:rPr lang="nl-NL" sz="2800" dirty="0">
                <a:cs typeface="Calibri"/>
              </a:rPr>
              <a:t>.</a:t>
            </a:r>
          </a:p>
          <a:p>
            <a:pPr marL="457200" indent="-457200">
              <a:buFont typeface="Arial" panose="020B0606030504020204" pitchFamily="34" charset="0"/>
              <a:buChar char="•"/>
            </a:pPr>
            <a:r>
              <a:rPr lang="nl-NL" sz="2800" dirty="0">
                <a:cs typeface="Calibri"/>
              </a:rPr>
              <a:t>Meer uitleg: kwartaal 4: TEL10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9DDE8-13EA-4E8D-A344-DF3D567ED5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30</a:t>
            </a:fld>
            <a:endParaRPr lang="nl-NL"/>
          </a:p>
        </p:txBody>
      </p:sp>
      <p:pic>
        <p:nvPicPr>
          <p:cNvPr id="7" name="Afbeelding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100" y="1078356"/>
            <a:ext cx="7147604" cy="213918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424725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C242C-FF67-489B-99CD-DDA76B064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CDMA Code Division Multi Access</a:t>
            </a:r>
            <a:endParaRPr lang="nl-N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4FD8CF-2980-4387-9E2C-7EC2BF3D3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800" dirty="0"/>
              <a:t>Kanalen scheiden op basis van de data in plaats van tijd of frequentie.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800" dirty="0"/>
              <a:t>Data van elk kanaal coderen met eigen vector.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800" dirty="0"/>
              <a:t>Vectoren van de verschillende kanalen zijn allemaal orthogonaal.</a:t>
            </a:r>
          </a:p>
          <a:p>
            <a:pPr marL="800100" lvl="1" indent="-342900"/>
            <a:r>
              <a:rPr lang="nl-NL" dirty="0"/>
              <a:t>Inwendig product tussen orthogonale vectoren is altijd 0.</a:t>
            </a:r>
          </a:p>
          <a:p>
            <a:pPr marL="800100" lvl="1" indent="-342900"/>
            <a:r>
              <a:rPr lang="nl-NL" dirty="0"/>
              <a:t>Als een vector inverteert blijft het orthogonaal met de andere vectoren.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00CB6F-8F44-4831-B11C-0B7925A52C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31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99956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C242C-FF67-489B-99CD-DDA76B064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CDMA </a:t>
            </a:r>
            <a:r>
              <a:rPr lang="en-US" dirty="0" err="1"/>
              <a:t>Voorbeeld</a:t>
            </a:r>
            <a:r>
              <a:rPr lang="en-US" dirty="0"/>
              <a:t> met 2 </a:t>
            </a:r>
            <a:r>
              <a:rPr lang="en-US" dirty="0" err="1"/>
              <a:t>kanalen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00CB6F-8F44-4831-B11C-0B7925A52C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32</a:t>
            </a:fld>
            <a:endParaRPr lang="nl-NL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AA4FD8CF-2980-4387-9E2C-7EC2BF3D33FB}"/>
              </a:ext>
            </a:extLst>
          </p:cNvPr>
          <p:cNvSpPr txBox="1">
            <a:spLocks/>
          </p:cNvSpPr>
          <p:nvPr/>
        </p:nvSpPr>
        <p:spPr bwMode="auto">
          <a:xfrm>
            <a:off x="395536" y="985292"/>
            <a:ext cx="8632366" cy="4464496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marL="0" indent="0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C00000"/>
              </a:buClr>
              <a:buSzPct val="100000"/>
              <a:buFont typeface="Open Sans" panose="020B0606030504020204" pitchFamily="34" charset="0"/>
              <a:buNone/>
              <a:defRPr sz="3200">
                <a:solidFill>
                  <a:schemeClr val="tx1"/>
                </a:solidFill>
                <a:latin typeface="Calibri" panose="020F050202020403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-457200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C00000"/>
              </a:buClr>
              <a:buSzPct val="120000"/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525462" indent="-342900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C00000"/>
              </a:buClr>
              <a:buSzPct val="120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701675" indent="-342900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C00000"/>
              </a:buClr>
              <a:buSzPct val="12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788440" indent="-190484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Font typeface="Lucida Grande" pitchFamily="126" charset="0"/>
              <a:buChar char="▸"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169410" indent="-190484" algn="l" rtl="0" fontAlgn="base">
              <a:spcBef>
                <a:spcPct val="20000"/>
              </a:spcBef>
              <a:spcAft>
                <a:spcPct val="0"/>
              </a:spcAft>
              <a:buChar char="»"/>
              <a:defRPr sz="1333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550379" indent="-190484" algn="l" rtl="0" fontAlgn="base">
              <a:spcBef>
                <a:spcPct val="20000"/>
              </a:spcBef>
              <a:spcAft>
                <a:spcPct val="0"/>
              </a:spcAft>
              <a:buChar char="»"/>
              <a:defRPr sz="1333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2931349" indent="-190484" algn="l" rtl="0" fontAlgn="base">
              <a:spcBef>
                <a:spcPct val="20000"/>
              </a:spcBef>
              <a:spcAft>
                <a:spcPct val="0"/>
              </a:spcAft>
              <a:buChar char="»"/>
              <a:defRPr sz="1333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312318" indent="-190484" algn="l" rtl="0" fontAlgn="base">
              <a:spcBef>
                <a:spcPct val="20000"/>
              </a:spcBef>
              <a:spcAft>
                <a:spcPct val="0"/>
              </a:spcAft>
              <a:buChar char="»"/>
              <a:defRPr sz="1333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800" b="0" kern="0" dirty="0"/>
              <a:t>Voor A gebruik vector (1,-1) bij een 1 en (-1,1) bij een 0.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800" b="0" kern="0" dirty="0"/>
              <a:t>Voor B gebruik (-1,-1) bij een 1 en (1,1) bij een 0.</a:t>
            </a:r>
          </a:p>
          <a:p>
            <a:pPr marL="800100" lvl="1" indent="-342900"/>
            <a:r>
              <a:rPr lang="nl-NL" sz="2400" b="0" kern="0" dirty="0"/>
              <a:t>Zijn vectoren van A en B allemaal orthogonaal?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800" b="0" kern="0" dirty="0"/>
              <a:t>Bijvoorbeeld: op tijdstip k: A = 1 en B = 0. </a:t>
            </a:r>
          </a:p>
          <a:p>
            <a:pPr marL="800100" lvl="1" indent="-342900"/>
            <a:r>
              <a:rPr lang="nl-NL" sz="2400" b="0" kern="0" dirty="0"/>
              <a:t>Te versturen symbool = (1,-1) + (1,1) = (2,0)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800" b="0" kern="0" dirty="0"/>
              <a:t>Bij ontvangst:</a:t>
            </a:r>
          </a:p>
          <a:p>
            <a:pPr marL="800100" lvl="1" indent="-342900"/>
            <a:r>
              <a:rPr lang="nl-NL" sz="2400" b="0" kern="0" dirty="0"/>
              <a:t>Voor A: (2,0) · (1,-1) = 2 dus A was 1</a:t>
            </a:r>
          </a:p>
          <a:p>
            <a:pPr marL="800100" lvl="1" indent="-342900"/>
            <a:r>
              <a:rPr lang="nl-NL" sz="2400" b="0" kern="0" dirty="0"/>
              <a:t>Voor B: (2,0) · (-1,-1) = -2 dus B was 0</a:t>
            </a:r>
            <a:endParaRPr lang="nl-NL" b="0" kern="0" dirty="0"/>
          </a:p>
        </p:txBody>
      </p:sp>
      <p:sp>
        <p:nvSpPr>
          <p:cNvPr id="6" name="Tekstvak 5"/>
          <p:cNvSpPr txBox="1"/>
          <p:nvPr/>
        </p:nvSpPr>
        <p:spPr>
          <a:xfrm>
            <a:off x="3950677" y="5114260"/>
            <a:ext cx="4254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0" dirty="0">
                <a:solidFill>
                  <a:srgbClr val="C00000"/>
                </a:solidFill>
                <a:latin typeface="Calibri" panose="020F0502020204030204" pitchFamily="34" charset="0"/>
              </a:rPr>
              <a:t>Toepassing: 3G mobiele telefoon</a:t>
            </a:r>
          </a:p>
        </p:txBody>
      </p:sp>
    </p:spTree>
    <p:extLst>
      <p:ext uri="{BB962C8B-B14F-4D97-AF65-F5344CB8AC3E}">
        <p14:creationId xmlns:p14="http://schemas.microsoft.com/office/powerpoint/2010/main" val="25575525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F6234-9A25-4377-AB43-C62B86E3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"/>
              </a:rPr>
              <a:t>Serieel datatransport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D84874-CA45-4291-BFAA-F1912DE0A7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nl-NL" dirty="0">
                <a:cs typeface="Calibri"/>
              </a:rPr>
              <a:t>Probleem: Hoe houden beide kanten de </a:t>
            </a:r>
            <a:r>
              <a:rPr lang="nl-NL" dirty="0" err="1">
                <a:cs typeface="Calibri"/>
              </a:rPr>
              <a:t>bitovergangen</a:t>
            </a:r>
            <a:r>
              <a:rPr lang="nl-NL" dirty="0">
                <a:cs typeface="Calibri"/>
              </a:rPr>
              <a:t> bij?</a:t>
            </a:r>
          </a:p>
          <a:p>
            <a:endParaRPr lang="nl-NL" dirty="0">
              <a:cs typeface="Calibri"/>
            </a:endParaRPr>
          </a:p>
          <a:p>
            <a:pPr marL="514350" indent="-514350">
              <a:buAutoNum type="arabicPeriod"/>
            </a:pPr>
            <a:r>
              <a:rPr lang="nl-NL" dirty="0">
                <a:cs typeface="Calibri"/>
              </a:rPr>
              <a:t>Synchroon = Met kloksynchronisatie</a:t>
            </a:r>
          </a:p>
          <a:p>
            <a:pPr marL="514350" indent="-514350">
              <a:buAutoNum type="arabicPeriod"/>
            </a:pPr>
            <a:r>
              <a:rPr lang="nl-NL" dirty="0">
                <a:cs typeface="Calibri"/>
              </a:rPr>
              <a:t>Asynchroon = Zonder kloksynchronisatie</a:t>
            </a:r>
          </a:p>
          <a:p>
            <a:endParaRPr lang="nl-NL" dirty="0">
              <a:cs typeface="Calibri"/>
            </a:endParaRPr>
          </a:p>
          <a:p>
            <a:pPr marL="514350" indent="-514350">
              <a:buAutoNum type="arabicPeriod"/>
            </a:pPr>
            <a:endParaRPr lang="nl-NL" dirty="0">
              <a:cs typeface="Calibri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E86F28-D795-4483-84F5-B3C36EA155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33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38480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62CBB-53E8-43CD-AD16-D89997A21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b="0" dirty="0">
                <a:cs typeface="Calibri"/>
              </a:rPr>
            </a:br>
            <a:r>
              <a:rPr lang="en-US" b="0" dirty="0" err="1">
                <a:cs typeface="Calibri"/>
              </a:rPr>
              <a:t>Synchrone</a:t>
            </a:r>
            <a:r>
              <a:rPr lang="en-US" b="0" dirty="0">
                <a:cs typeface="Calibri"/>
              </a:rPr>
              <a:t> </a:t>
            </a:r>
            <a:r>
              <a:rPr lang="en-US" b="0" dirty="0" err="1">
                <a:cs typeface="Calibri"/>
              </a:rPr>
              <a:t>datacommunicatie</a:t>
            </a:r>
            <a:endParaRPr lang="en-US" dirty="0"/>
          </a:p>
          <a:p>
            <a:endParaRPr lang="en-US" dirty="0">
              <a:cs typeface="Calibri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DD47A3-BF87-42DF-B519-384A9941FE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3531476"/>
            <a:ext cx="8352928" cy="1918312"/>
          </a:xfrm>
        </p:spPr>
        <p:txBody>
          <a:bodyPr anchor="t"/>
          <a:lstStyle/>
          <a:p>
            <a:pPr marL="457200" indent="-457200">
              <a:buFont typeface="Arial" panose="020B0606030504020204" pitchFamily="34" charset="0"/>
              <a:buChar char="•"/>
            </a:pPr>
            <a:r>
              <a:rPr lang="nl-NL" dirty="0">
                <a:cs typeface="Calibri"/>
              </a:rPr>
              <a:t>Twee opties</a:t>
            </a:r>
          </a:p>
          <a:p>
            <a:pPr marL="914400" lvl="1">
              <a:buFont typeface="Arial" panose="020B0606030504020204" pitchFamily="34" charset="0"/>
              <a:buChar char="•"/>
            </a:pPr>
            <a:r>
              <a:rPr lang="nl-NL" dirty="0">
                <a:cs typeface="Calibri"/>
              </a:rPr>
              <a:t>Je hebt een aparte klok lijn (I2C)</a:t>
            </a:r>
          </a:p>
          <a:p>
            <a:pPr marL="914400" lvl="1">
              <a:buFont typeface="Arial" panose="020B0606030504020204" pitchFamily="34" charset="0"/>
              <a:buChar char="•"/>
            </a:pPr>
            <a:r>
              <a:rPr lang="nl-NL" dirty="0">
                <a:cs typeface="Calibri"/>
              </a:rPr>
              <a:t>Je reconstrueert de klok</a:t>
            </a:r>
          </a:p>
          <a:p>
            <a:endParaRPr lang="nl-NL" dirty="0">
              <a:cs typeface="Calibri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1F4628-F020-4CE8-8D94-20D6E04EE3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34</a:t>
            </a:fld>
            <a:endParaRPr lang="nl-NL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EA522111-EA88-48D2-8594-19108D8F68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654" y="1326335"/>
            <a:ext cx="7905778" cy="1457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0386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4D8BD-14B3-4BEA-831F-0D6504BAD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br>
              <a:rPr lang="en-US" b="0">
                <a:cs typeface="Calibri"/>
              </a:rPr>
            </a:br>
            <a:r>
              <a:rPr lang="en-US" b="0">
                <a:cs typeface="Calibri"/>
              </a:rPr>
              <a:t>Asynchrone datacommunicatie</a:t>
            </a:r>
            <a:endParaRPr lang="en-US"/>
          </a:p>
          <a:p>
            <a:endParaRPr lang="en-US">
              <a:cs typeface="Calibri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6830E0-BAE0-4A0C-B287-DD8640C4EF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3720662"/>
            <a:ext cx="8352928" cy="1729126"/>
          </a:xfrm>
        </p:spPr>
        <p:txBody>
          <a:bodyPr anchor="t"/>
          <a:lstStyle/>
          <a:p>
            <a:pPr marL="457200" indent="-457200">
              <a:buFont typeface="Arial" panose="020B0606030504020204" pitchFamily="34" charset="0"/>
              <a:buChar char="•"/>
            </a:pPr>
            <a:r>
              <a:rPr lang="nl-NL" sz="2800" dirty="0">
                <a:cs typeface="Calibri"/>
              </a:rPr>
              <a:t>Je spreekt een klokfrequentie af.</a:t>
            </a:r>
          </a:p>
          <a:p>
            <a:pPr marL="457200" indent="-457200">
              <a:buFont typeface="Arial" panose="020B0606030504020204" pitchFamily="34" charset="0"/>
              <a:buChar char="•"/>
            </a:pPr>
            <a:r>
              <a:rPr lang="nl-NL" sz="2800" dirty="0">
                <a:cs typeface="Calibri"/>
              </a:rPr>
              <a:t>Kijk halverwege een </a:t>
            </a:r>
            <a:r>
              <a:rPr lang="nl-NL" sz="2800" dirty="0" err="1">
                <a:cs typeface="Calibri"/>
              </a:rPr>
              <a:t>databit</a:t>
            </a:r>
            <a:r>
              <a:rPr lang="nl-NL" sz="2800" dirty="0">
                <a:cs typeface="Calibri"/>
              </a:rPr>
              <a:t> naar de waarde d.m.v. een vorm van </a:t>
            </a:r>
            <a:r>
              <a:rPr lang="nl-NL" sz="2800" dirty="0" err="1">
                <a:cs typeface="Calibri"/>
              </a:rPr>
              <a:t>oversampling</a:t>
            </a:r>
            <a:r>
              <a:rPr lang="nl-NL" sz="2800" dirty="0">
                <a:cs typeface="Calibri"/>
              </a:rPr>
              <a:t>.</a:t>
            </a:r>
          </a:p>
          <a:p>
            <a:pPr marL="457200" indent="-457200">
              <a:buFont typeface="Arial" panose="020B0606030504020204" pitchFamily="34" charset="0"/>
              <a:buChar char="•"/>
            </a:pPr>
            <a:r>
              <a:rPr lang="nl-NL" sz="2800" dirty="0">
                <a:cs typeface="Calibri"/>
              </a:rPr>
              <a:t>Hoe weet je waar de data begint?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A688D4-52FD-470C-86D1-8CC0E2D6D9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35</a:t>
            </a:fld>
            <a:endParaRPr lang="nl-NL"/>
          </a:p>
        </p:txBody>
      </p:sp>
      <p:pic>
        <p:nvPicPr>
          <p:cNvPr id="7" name="Afbeelding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94" y="1148861"/>
            <a:ext cx="5821667" cy="247676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641517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43EF7-0999-4C59-8E1A-C4BB28921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Lijncoderingen</a:t>
            </a:r>
            <a:r>
              <a:rPr lang="en-US" dirty="0"/>
              <a:t> (</a:t>
            </a:r>
            <a:r>
              <a:rPr lang="en-US" dirty="0" err="1"/>
              <a:t>spanningen</a:t>
            </a:r>
            <a:r>
              <a:rPr lang="en-US" dirty="0"/>
              <a:t>)</a:t>
            </a:r>
            <a:endParaRPr lang="nl-N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EE3C46-A73C-4E03-906B-372CA90069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Problemen: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dirty="0"/>
              <a:t>Kloksynchronisatie moeilijk zonder overgangen.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dirty="0"/>
              <a:t>Bandbreedte moet optimaal benut worden.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dirty="0"/>
              <a:t>Signaal mag geen DC component bevatten.</a:t>
            </a:r>
          </a:p>
          <a:p>
            <a:pPr marL="914400" lvl="1"/>
            <a:r>
              <a:rPr lang="nl-NL" dirty="0"/>
              <a:t>Signaal moet </a:t>
            </a:r>
            <a:r>
              <a:rPr lang="nl-NL" b="1" dirty="0">
                <a:solidFill>
                  <a:srgbClr val="C00000"/>
                </a:solidFill>
              </a:rPr>
              <a:t>gebalanceerd</a:t>
            </a:r>
            <a:r>
              <a:rPr lang="nl-NL" dirty="0"/>
              <a:t> zijn.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dirty="0"/>
              <a:t>Energieverbruik moet laag zijn.</a:t>
            </a:r>
          </a:p>
          <a:p>
            <a:pPr marL="457200" indent="-457200">
              <a:buFontTx/>
              <a:buChar char="-"/>
            </a:pPr>
            <a:endParaRPr lang="nl-NL" dirty="0"/>
          </a:p>
          <a:p>
            <a:pPr marL="457200" indent="-457200">
              <a:buFontTx/>
              <a:buChar char="-"/>
            </a:pP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931708-77E3-49C3-9071-BDFE0F8A58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36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492350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43EF7-0999-4C59-8E1A-C4BB28921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Lijncoderingen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931708-77E3-49C3-9071-BDFE0F8A58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37</a:t>
            </a:fld>
            <a:endParaRPr lang="nl-NL"/>
          </a:p>
        </p:txBody>
      </p:sp>
      <p:pic>
        <p:nvPicPr>
          <p:cNvPr id="6" name="Afbeelding 5"/>
          <p:cNvPicPr/>
          <p:nvPr/>
        </p:nvPicPr>
        <p:blipFill>
          <a:blip r:embed="rId2"/>
          <a:stretch>
            <a:fillRect/>
          </a:stretch>
        </p:blipFill>
        <p:spPr>
          <a:xfrm>
            <a:off x="560861" y="1161092"/>
            <a:ext cx="7299360" cy="4326840"/>
          </a:xfrm>
          <a:prstGeom prst="rect">
            <a:avLst/>
          </a:prstGeom>
          <a:ln>
            <a:noFill/>
          </a:ln>
        </p:spPr>
      </p:pic>
      <p:sp>
        <p:nvSpPr>
          <p:cNvPr id="7" name="Tekstvak 6"/>
          <p:cNvSpPr txBox="1"/>
          <p:nvPr/>
        </p:nvSpPr>
        <p:spPr>
          <a:xfrm>
            <a:off x="8030308" y="1852246"/>
            <a:ext cx="5132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0" dirty="0">
                <a:solidFill>
                  <a:srgbClr val="C00000"/>
                </a:solidFill>
                <a:latin typeface="Calibri" panose="020F0502020204030204" pitchFamily="34" charset="0"/>
              </a:rPr>
              <a:t>+V</a:t>
            </a:r>
          </a:p>
        </p:txBody>
      </p:sp>
      <p:sp>
        <p:nvSpPr>
          <p:cNvPr id="8" name="Tekstvak 7"/>
          <p:cNvSpPr txBox="1"/>
          <p:nvPr/>
        </p:nvSpPr>
        <p:spPr>
          <a:xfrm>
            <a:off x="8030308" y="4570883"/>
            <a:ext cx="5132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0" dirty="0">
                <a:solidFill>
                  <a:srgbClr val="C00000"/>
                </a:solidFill>
                <a:latin typeface="Calibri" panose="020F0502020204030204" pitchFamily="34" charset="0"/>
              </a:rPr>
              <a:t>+V</a:t>
            </a:r>
          </a:p>
        </p:txBody>
      </p:sp>
      <p:sp>
        <p:nvSpPr>
          <p:cNvPr id="9" name="Tekstvak 8"/>
          <p:cNvSpPr txBox="1"/>
          <p:nvPr/>
        </p:nvSpPr>
        <p:spPr>
          <a:xfrm>
            <a:off x="8030308" y="3168016"/>
            <a:ext cx="5132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0" dirty="0">
                <a:solidFill>
                  <a:srgbClr val="C00000"/>
                </a:solidFill>
                <a:latin typeface="Calibri" panose="020F0502020204030204" pitchFamily="34" charset="0"/>
              </a:rPr>
              <a:t>+V</a:t>
            </a:r>
          </a:p>
        </p:txBody>
      </p:sp>
      <p:sp>
        <p:nvSpPr>
          <p:cNvPr id="10" name="Tekstvak 9"/>
          <p:cNvSpPr txBox="1"/>
          <p:nvPr/>
        </p:nvSpPr>
        <p:spPr>
          <a:xfrm>
            <a:off x="8030308" y="2643148"/>
            <a:ext cx="4539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0" dirty="0">
                <a:solidFill>
                  <a:srgbClr val="C00000"/>
                </a:solidFill>
                <a:latin typeface="Calibri" panose="020F0502020204030204" pitchFamily="34" charset="0"/>
              </a:rPr>
              <a:t>-V</a:t>
            </a:r>
          </a:p>
        </p:txBody>
      </p:sp>
      <p:sp>
        <p:nvSpPr>
          <p:cNvPr id="11" name="Tekstvak 10"/>
          <p:cNvSpPr txBox="1"/>
          <p:nvPr/>
        </p:nvSpPr>
        <p:spPr>
          <a:xfrm>
            <a:off x="8110533" y="3958918"/>
            <a:ext cx="4539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0" dirty="0">
                <a:solidFill>
                  <a:srgbClr val="C00000"/>
                </a:solidFill>
                <a:latin typeface="Calibri" panose="020F0502020204030204" pitchFamily="34" charset="0"/>
              </a:rPr>
              <a:t>-V</a:t>
            </a:r>
          </a:p>
        </p:txBody>
      </p:sp>
      <p:sp>
        <p:nvSpPr>
          <p:cNvPr id="12" name="Tekstvak 11"/>
          <p:cNvSpPr txBox="1"/>
          <p:nvPr/>
        </p:nvSpPr>
        <p:spPr>
          <a:xfrm>
            <a:off x="8030308" y="5182848"/>
            <a:ext cx="4539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0" dirty="0">
                <a:solidFill>
                  <a:srgbClr val="C00000"/>
                </a:solidFill>
                <a:latin typeface="Calibri" panose="020F0502020204030204" pitchFamily="34" charset="0"/>
              </a:rPr>
              <a:t>-V</a:t>
            </a:r>
          </a:p>
        </p:txBody>
      </p:sp>
      <p:sp>
        <p:nvSpPr>
          <p:cNvPr id="13" name="Tekstvak 12"/>
          <p:cNvSpPr txBox="1"/>
          <p:nvPr/>
        </p:nvSpPr>
        <p:spPr>
          <a:xfrm>
            <a:off x="390774" y="2781229"/>
            <a:ext cx="22502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0" dirty="0">
                <a:solidFill>
                  <a:srgbClr val="C00000"/>
                </a:solidFill>
                <a:latin typeface="Calibri" panose="020F0502020204030204" pitchFamily="34" charset="0"/>
              </a:rPr>
              <a:t>Non Return Zero</a:t>
            </a:r>
          </a:p>
        </p:txBody>
      </p:sp>
      <p:sp>
        <p:nvSpPr>
          <p:cNvPr id="14" name="Tekstvak 13"/>
          <p:cNvSpPr txBox="1"/>
          <p:nvPr/>
        </p:nvSpPr>
        <p:spPr>
          <a:xfrm>
            <a:off x="390774" y="4109218"/>
            <a:ext cx="33657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0" dirty="0">
                <a:solidFill>
                  <a:srgbClr val="C00000"/>
                </a:solidFill>
                <a:latin typeface="Calibri" panose="020F0502020204030204" pitchFamily="34" charset="0"/>
              </a:rPr>
              <a:t>Non Return Zero </a:t>
            </a:r>
            <a:r>
              <a:rPr lang="nl-NL" b="0" dirty="0" err="1">
                <a:solidFill>
                  <a:srgbClr val="C00000"/>
                </a:solidFill>
                <a:latin typeface="Calibri" panose="020F0502020204030204" pitchFamily="34" charset="0"/>
              </a:rPr>
              <a:t>Inverted</a:t>
            </a:r>
            <a:endParaRPr lang="nl-NL" b="0" dirty="0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8C636173-7A35-4657-A615-27674336C9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23" y="856160"/>
            <a:ext cx="2493111" cy="1442224"/>
          </a:xfrm>
        </p:spPr>
        <p:txBody>
          <a:bodyPr/>
          <a:lstStyle/>
          <a:p>
            <a:r>
              <a:rPr lang="nl-NL" sz="800" dirty="0"/>
              <a:t>Problemen: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800" dirty="0"/>
              <a:t>Kloksynchronisatie moeilijk zonder overgangen.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800" dirty="0"/>
              <a:t>Bandbreedte moet optimaal benut worden.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800" dirty="0"/>
              <a:t>Signaal mag geen DC component bevatten.</a:t>
            </a:r>
          </a:p>
          <a:p>
            <a:pPr marL="914400" lvl="1"/>
            <a:r>
              <a:rPr lang="nl-NL" sz="700" dirty="0"/>
              <a:t>Signaal moet </a:t>
            </a:r>
            <a:r>
              <a:rPr lang="nl-NL" sz="700" b="1" dirty="0">
                <a:solidFill>
                  <a:srgbClr val="C00000"/>
                </a:solidFill>
              </a:rPr>
              <a:t>gebalanceerd</a:t>
            </a:r>
            <a:r>
              <a:rPr lang="nl-NL" sz="700" dirty="0"/>
              <a:t> zijn.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800" dirty="0"/>
              <a:t>Energieverbruik moet laag zijn.</a:t>
            </a:r>
          </a:p>
          <a:p>
            <a:pPr marL="457200" indent="-457200">
              <a:buFontTx/>
              <a:buChar char="-"/>
            </a:pPr>
            <a:endParaRPr lang="nl-NL" sz="800" dirty="0"/>
          </a:p>
        </p:txBody>
      </p:sp>
    </p:spTree>
    <p:extLst>
      <p:ext uri="{BB962C8B-B14F-4D97-AF65-F5344CB8AC3E}">
        <p14:creationId xmlns:p14="http://schemas.microsoft.com/office/powerpoint/2010/main" val="34203600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Lijncoderingen problemen </a:t>
            </a:r>
          </a:p>
        </p:txBody>
      </p:sp>
      <p:sp>
        <p:nvSpPr>
          <p:cNvPr id="4" name="Tijdelijke aanduiding voor inhoud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sz="2800" dirty="0"/>
              <a:t>NRZ: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2400" dirty="0"/>
              <a:t>Niet gebalanceerd.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2400" dirty="0"/>
              <a:t>Kloksynchronisatie moeilijk bij reeks nullen of reeks enen.</a:t>
            </a:r>
            <a:endParaRPr lang="nl-NL" sz="2800" dirty="0"/>
          </a:p>
          <a:p>
            <a:r>
              <a:rPr lang="nl-NL" sz="2800" dirty="0"/>
              <a:t>NRZI: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2400" dirty="0"/>
              <a:t>Niet gebalanceerd.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2400" dirty="0"/>
              <a:t>Kloksynchronisatie moeilijk bij reeks nullen.</a:t>
            </a:r>
          </a:p>
          <a:p>
            <a:r>
              <a:rPr lang="nl-NL" sz="2400" dirty="0"/>
              <a:t>Manchester: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NL" sz="2400" dirty="0"/>
              <a:t>Twee maal zoveel bandbreedte nodig.</a:t>
            </a:r>
            <a:endParaRPr lang="nl-NL" sz="20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nl-NL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nl-NL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nl-NL" sz="2800" dirty="0"/>
          </a:p>
        </p:txBody>
      </p:sp>
      <p:sp>
        <p:nvSpPr>
          <p:cNvPr id="3" name="Tijdelijke aanduiding voor dianumm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38</a:t>
            </a:fld>
            <a:endParaRPr lang="nl-NL"/>
          </a:p>
        </p:txBody>
      </p:sp>
      <p:sp>
        <p:nvSpPr>
          <p:cNvPr id="5" name="Tekstvak 4"/>
          <p:cNvSpPr txBox="1"/>
          <p:nvPr/>
        </p:nvSpPr>
        <p:spPr>
          <a:xfrm>
            <a:off x="464384" y="5120052"/>
            <a:ext cx="76394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b="0" dirty="0">
                <a:solidFill>
                  <a:srgbClr val="C00000"/>
                </a:solidFill>
                <a:latin typeface="Calibri" panose="020F0502020204030204" pitchFamily="34" charset="0"/>
              </a:rPr>
              <a:t>Oplossingen: 4B/5B of 8B/10B zie boek. </a:t>
            </a:r>
          </a:p>
        </p:txBody>
      </p:sp>
    </p:spTree>
    <p:extLst>
      <p:ext uri="{BB962C8B-B14F-4D97-AF65-F5344CB8AC3E}">
        <p14:creationId xmlns:p14="http://schemas.microsoft.com/office/powerpoint/2010/main" val="3386360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43EF7-0999-4C59-8E1A-C4BB28921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AMI Alternate Mark Inversion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931708-77E3-49C3-9071-BDFE0F8A58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39</a:t>
            </a:fld>
            <a:endParaRPr lang="nl-NL"/>
          </a:p>
        </p:txBody>
      </p:sp>
      <p:pic>
        <p:nvPicPr>
          <p:cNvPr id="15" name="Afbeelding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5" y="1632595"/>
            <a:ext cx="8200601" cy="2552543"/>
          </a:xfrm>
          <a:prstGeom prst="rect">
            <a:avLst/>
          </a:prstGeom>
          <a:ln>
            <a:noFill/>
          </a:ln>
        </p:spPr>
      </p:pic>
      <p:sp>
        <p:nvSpPr>
          <p:cNvPr id="4" name="Tekstvak 3"/>
          <p:cNvSpPr txBox="1"/>
          <p:nvPr/>
        </p:nvSpPr>
        <p:spPr>
          <a:xfrm>
            <a:off x="2098431" y="4652595"/>
            <a:ext cx="16060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b="0" dirty="0">
                <a:solidFill>
                  <a:srgbClr val="C00000"/>
                </a:solidFill>
                <a:latin typeface="Calibri" panose="020F0502020204030204" pitchFamily="34" charset="0"/>
              </a:rPr>
              <a:t>Probleem?</a:t>
            </a:r>
          </a:p>
        </p:txBody>
      </p:sp>
    </p:spTree>
    <p:extLst>
      <p:ext uri="{BB962C8B-B14F-4D97-AF65-F5344CB8AC3E}">
        <p14:creationId xmlns:p14="http://schemas.microsoft.com/office/powerpoint/2010/main" val="1111260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Differentiële verbinding</a:t>
            </a:r>
          </a:p>
        </p:txBody>
      </p:sp>
      <p:sp>
        <p:nvSpPr>
          <p:cNvPr id="5" name="Tijdelijke aanduiding voor inhoud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/>
              <a:buChar char="•"/>
            </a:pPr>
            <a:r>
              <a:rPr lang="nl-NL" sz="2000" dirty="0">
                <a:latin typeface="Calibri"/>
                <a:cs typeface="Calibri"/>
              </a:rPr>
              <a:t>UTP (</a:t>
            </a:r>
            <a:r>
              <a:rPr lang="nl-NL" sz="2000" dirty="0" err="1">
                <a:latin typeface="Calibri"/>
                <a:cs typeface="Calibri"/>
              </a:rPr>
              <a:t>unshielded</a:t>
            </a:r>
            <a:r>
              <a:rPr lang="nl-NL" sz="2000" dirty="0">
                <a:latin typeface="Calibri"/>
                <a:cs typeface="Calibri"/>
              </a:rPr>
              <a:t> </a:t>
            </a:r>
            <a:r>
              <a:rPr lang="nl-NL" sz="2000" dirty="0" err="1">
                <a:latin typeface="Calibri"/>
                <a:cs typeface="Calibri"/>
              </a:rPr>
              <a:t>twisted</a:t>
            </a:r>
            <a:r>
              <a:rPr lang="nl-NL" sz="2000" dirty="0">
                <a:latin typeface="Calibri"/>
                <a:cs typeface="Calibri"/>
              </a:rPr>
              <a:t> pair).</a:t>
            </a:r>
          </a:p>
          <a:p>
            <a:pPr marL="342900" indent="-342900">
              <a:buFont typeface="Arial"/>
              <a:buChar char="•"/>
            </a:pPr>
            <a:r>
              <a:rPr lang="nl-NL" sz="2000" dirty="0">
                <a:latin typeface="Calibri"/>
                <a:cs typeface="Calibri"/>
              </a:rPr>
              <a:t>2 verbindingen per signaal (tegengestelde polariteit).</a:t>
            </a:r>
          </a:p>
          <a:p>
            <a:pPr marL="342900" indent="-342900">
              <a:buFont typeface="Arial"/>
              <a:buChar char="•"/>
            </a:pPr>
            <a:r>
              <a:rPr lang="nl-NL" sz="2000" dirty="0">
                <a:latin typeface="Calibri"/>
                <a:cs typeface="Calibri"/>
              </a:rPr>
              <a:t>Storingen elimineren elkaar.</a:t>
            </a:r>
          </a:p>
          <a:p>
            <a:pPr marL="342900" indent="-342900">
              <a:buFont typeface="Arial"/>
              <a:buChar char="•"/>
            </a:pPr>
            <a:r>
              <a:rPr lang="nl-NL" sz="2000" dirty="0">
                <a:latin typeface="Calibri"/>
                <a:cs typeface="Calibri"/>
              </a:rPr>
              <a:t>De ontvanger neemt het verschil van signalen en produceert het oorspronkelijke signaal.</a:t>
            </a:r>
          </a:p>
          <a:p>
            <a:pPr marL="342900" indent="-342900">
              <a:buFont typeface="Arial"/>
              <a:buChar char="•"/>
            </a:pPr>
            <a:r>
              <a:rPr lang="nl-NL" sz="2000" dirty="0">
                <a:latin typeface="Calibri"/>
                <a:cs typeface="Calibri"/>
              </a:rPr>
              <a:t>Een verstoring (het pieksignaal) wordt geëlimineerd.</a:t>
            </a:r>
          </a:p>
          <a:p>
            <a:pPr marL="342900" indent="-342900">
              <a:buFont typeface="Arial"/>
              <a:buChar char="•"/>
            </a:pPr>
            <a:r>
              <a:rPr lang="nl-NL" sz="2000" dirty="0">
                <a:latin typeface="Calibri"/>
                <a:cs typeface="Calibri"/>
              </a:rPr>
              <a:t>Voor 1GB/sec wordt 2 verzendpinnen en 2 ontvangpinnen gebruikt.</a:t>
            </a:r>
          </a:p>
          <a:p>
            <a:endParaRPr lang="nl-NL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0A4D20-E6F1-4ADD-86FB-50DF11E928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40</a:t>
            </a:fld>
            <a:endParaRPr lang="nl-NL"/>
          </a:p>
        </p:txBody>
      </p:sp>
      <p:pic>
        <p:nvPicPr>
          <p:cNvPr id="8" name="Afbeelding 7"/>
          <p:cNvPicPr/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8080" y="3891364"/>
            <a:ext cx="8187840" cy="170244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163065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5A6FAB-97C1-44F1-80A1-86A91C32A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cs typeface="Calibri"/>
              </a:rPr>
              <a:t>Samenvatting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CDEA8B9-C2DA-41FE-9668-F2B6031AD6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6D60047-1244-4A1F-8780-494A55767BC9}" type="slidenum">
              <a:rPr lang="nl-NL" smtClean="0"/>
              <a:pPr/>
              <a:t>41</a:t>
            </a:fld>
            <a:endParaRPr lang="nl-NL"/>
          </a:p>
        </p:txBody>
      </p:sp>
      <p:sp>
        <p:nvSpPr>
          <p:cNvPr id="6" name="Tijdelijke aanduiding voor inhoud 3">
            <a:extLst>
              <a:ext uri="{FF2B5EF4-FFF2-40B4-BE49-F238E27FC236}">
                <a16:creationId xmlns:a16="http://schemas.microsoft.com/office/drawing/2014/main" id="{0C2C651C-DCE0-4613-8D3D-D7648E146FCC}"/>
              </a:ext>
            </a:extLst>
          </p:cNvPr>
          <p:cNvSpPr txBox="1">
            <a:spLocks/>
          </p:cNvSpPr>
          <p:nvPr/>
        </p:nvSpPr>
        <p:spPr>
          <a:xfrm>
            <a:off x="359464" y="1069319"/>
            <a:ext cx="8668438" cy="4464496"/>
          </a:xfrm>
          <a:prstGeom prst="rect">
            <a:avLst/>
          </a:prstGeom>
        </p:spPr>
        <p:txBody>
          <a:bodyPr anchor="t"/>
          <a:lstStyle>
            <a:lvl1pPr marL="285728" indent="-285728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CE0044"/>
              </a:buClr>
              <a:buSzPct val="120000"/>
              <a:buFont typeface="Arial" panose="020B0604020202020204" pitchFamily="34" charset="0"/>
              <a:defRPr sz="18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768553" indent="-166674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Lucida Grande" pitchFamily="126" charset="0"/>
              <a:buChar char="▸"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08516" indent="-190484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Lucida Grande" pitchFamily="126" charset="0"/>
              <a:buChar char="▸"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448478" indent="-190484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Font typeface="Lucida Grande" pitchFamily="126" charset="0"/>
              <a:buChar char="▸"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788440" indent="-190484" algn="l" rtl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Font typeface="Lucida Grande" pitchFamily="126" charset="0"/>
              <a:buChar char="▸"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169410" indent="-190484" algn="l" rtl="0" fontAlgn="base">
              <a:spcBef>
                <a:spcPct val="20000"/>
              </a:spcBef>
              <a:spcAft>
                <a:spcPct val="0"/>
              </a:spcAft>
              <a:buChar char="»"/>
              <a:defRPr sz="1333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550379" indent="-190484" algn="l" rtl="0" fontAlgn="base">
              <a:spcBef>
                <a:spcPct val="20000"/>
              </a:spcBef>
              <a:spcAft>
                <a:spcPct val="0"/>
              </a:spcAft>
              <a:buChar char="»"/>
              <a:defRPr sz="1333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2931349" indent="-190484" algn="l" rtl="0" fontAlgn="base">
              <a:spcBef>
                <a:spcPct val="20000"/>
              </a:spcBef>
              <a:spcAft>
                <a:spcPct val="0"/>
              </a:spcAft>
              <a:buChar char="»"/>
              <a:defRPr sz="1333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312318" indent="-190484" algn="l" rtl="0" fontAlgn="base">
              <a:spcBef>
                <a:spcPct val="20000"/>
              </a:spcBef>
              <a:spcAft>
                <a:spcPct val="0"/>
              </a:spcAft>
              <a:buChar char="»"/>
              <a:defRPr sz="1333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pPr marL="285115" indent="-285115"/>
            <a:r>
              <a:rPr lang="nl-NL" sz="2800" b="0" kern="0" dirty="0">
                <a:latin typeface="Calibri" panose="020F0502020204030204" pitchFamily="34" charset="0"/>
                <a:cs typeface="calibri"/>
              </a:rPr>
              <a:t>Vandaag is besproken: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2800" b="0" kern="0" dirty="0">
                <a:latin typeface="Calibri" panose="020F0502020204030204" pitchFamily="34" charset="0"/>
                <a:cs typeface="calibri"/>
              </a:rPr>
              <a:t>Het verschil tussen serieel </a:t>
            </a:r>
            <a:r>
              <a:rPr lang="nl-NL" sz="2800" b="0" kern="0">
                <a:latin typeface="Calibri" panose="020F0502020204030204" pitchFamily="34" charset="0"/>
                <a:cs typeface="calibri"/>
              </a:rPr>
              <a:t>en parallel</a:t>
            </a:r>
            <a:endParaRPr lang="nl-NL" sz="2800" b="0" kern="0" dirty="0">
              <a:latin typeface="Calibri" panose="020F0502020204030204" pitchFamily="34" charset="0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2800" b="0" kern="0" dirty="0">
                <a:latin typeface="Calibri" panose="020F0502020204030204" pitchFamily="34" charset="0"/>
                <a:cs typeface="calibri"/>
              </a:rPr>
              <a:t>Wat bandbreedte is en hoe dit gebruikt kan worden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2800" b="0" kern="0" dirty="0">
                <a:latin typeface="Calibri" panose="020F0502020204030204" pitchFamily="34" charset="0"/>
                <a:cs typeface="calibri"/>
              </a:rPr>
              <a:t>Het verschil tussen synchroon en asynchroon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2800" b="0" kern="0" dirty="0">
                <a:latin typeface="Calibri" panose="020F0502020204030204" pitchFamily="34" charset="0"/>
                <a:cs typeface="calibri"/>
              </a:rPr>
              <a:t>Soorten lijncodering en de problemen hiervan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2800" b="0" kern="0" dirty="0">
                <a:latin typeface="Calibri" panose="020F0502020204030204" pitchFamily="34" charset="0"/>
                <a:cs typeface="calibri"/>
              </a:rPr>
              <a:t>Differentiële verbinding</a:t>
            </a:r>
            <a:endParaRPr lang="en-US" sz="2800" b="0" kern="0" dirty="0">
              <a:latin typeface="Calibri" panose="020F0502020204030204" pitchFamily="34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603420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0C0D3BE-8CEE-48EB-BF61-95793A0AF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Opdrachten</a:t>
            </a:r>
            <a:endParaRPr lang="nl-NL" dirty="0"/>
          </a:p>
        </p:txBody>
      </p:sp>
      <p:graphicFrame>
        <p:nvGraphicFramePr>
          <p:cNvPr id="2" name="Content Placeholder 1">
            <a:extLst>
              <a:ext uri="{FF2B5EF4-FFF2-40B4-BE49-F238E27FC236}">
                <a16:creationId xmlns:a16="http://schemas.microsoft.com/office/drawing/2014/main" id="{41AAB454-195E-4A38-83DF-9E448C3E87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0013638"/>
              </p:ext>
            </p:extLst>
          </p:nvPr>
        </p:nvGraphicFramePr>
        <p:xfrm>
          <a:off x="5719874" y="1349320"/>
          <a:ext cx="2160297" cy="15081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160297">
                  <a:extLst>
                    <a:ext uri="{9D8B030D-6E8A-4147-A177-3AD203B41FA5}">
                      <a16:colId xmlns:a16="http://schemas.microsoft.com/office/drawing/2014/main" val="10836428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Opdracht</a:t>
                      </a:r>
                      <a:endParaRPr lang="nl-NL" dirty="0"/>
                    </a:p>
                  </a:txBody>
                  <a:tcP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45761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NL" dirty="0"/>
                        <a:t>1</a:t>
                      </a:r>
                      <a:r>
                        <a:rPr lang="en-US" dirty="0"/>
                        <a:t>.6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83129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NL" dirty="0"/>
                        <a:t>1</a:t>
                      </a:r>
                      <a:r>
                        <a:rPr lang="en-US" dirty="0"/>
                        <a:t>.12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664938"/>
                  </a:ext>
                </a:extLst>
              </a:tr>
              <a:tr h="395660">
                <a:tc>
                  <a:txBody>
                    <a:bodyPr/>
                    <a:lstStyle/>
                    <a:p>
                      <a:r>
                        <a:rPr lang="en-NL" dirty="0"/>
                        <a:t>1</a:t>
                      </a:r>
                      <a:r>
                        <a:rPr lang="en-US" dirty="0"/>
                        <a:t>.13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0848968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8FF975-8460-4B70-95C9-FB7A685028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56D60047-1244-4A1F-8780-494A55767BC9}" type="slidenum">
              <a:rPr kumimoji="0" lang="nl-NL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 pitchFamily="34" charset="0"/>
                <a:ea typeface="MS PGothic" panose="020B0600070205080204" pitchFamily="34" charset="-128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nl-NL" sz="14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 pitchFamily="34" charset="0"/>
              <a:ea typeface="MS PGothic" panose="020B0600070205080204" pitchFamily="34" charset="-128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646654-47AB-4806-A42A-CF107F34BCA3}"/>
              </a:ext>
            </a:extLst>
          </p:cNvPr>
          <p:cNvSpPr txBox="1"/>
          <p:nvPr/>
        </p:nvSpPr>
        <p:spPr>
          <a:xfrm>
            <a:off x="395536" y="1345332"/>
            <a:ext cx="34316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b="0" dirty="0">
                <a:solidFill>
                  <a:srgbClr val="000000"/>
                </a:solidFill>
                <a:latin typeface="Calibri" panose="020F0502020204030204" pitchFamily="34" charset="0"/>
              </a:rPr>
              <a:t>De opgaves in de tabel </a:t>
            </a:r>
            <a:r>
              <a:rPr lang="nl-NL" b="0" dirty="0">
                <a:latin typeface="Calibri" panose="020F0502020204030204" pitchFamily="34" charset="0"/>
              </a:rPr>
              <a:t>zijn de belangrijkste van deze week.</a:t>
            </a: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832C82B1-2C8A-4705-9118-B7B7738BF743}"/>
              </a:ext>
            </a:extLst>
          </p:cNvPr>
          <p:cNvSpPr txBox="1"/>
          <p:nvPr/>
        </p:nvSpPr>
        <p:spPr>
          <a:xfrm>
            <a:off x="832545" y="4126991"/>
            <a:ext cx="30864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0" dirty="0">
                <a:solidFill>
                  <a:srgbClr val="C00000"/>
                </a:solidFill>
                <a:latin typeface="Calibri" panose="020F0502020204030204" pitchFamily="34" charset="0"/>
              </a:rPr>
              <a:t>Maak </a:t>
            </a:r>
            <a:r>
              <a:rPr lang="nl-NL" dirty="0">
                <a:solidFill>
                  <a:srgbClr val="C00000"/>
                </a:solidFill>
                <a:latin typeface="Calibri" panose="020F0502020204030204" pitchFamily="34" charset="0"/>
              </a:rPr>
              <a:t>alle</a:t>
            </a:r>
            <a:r>
              <a:rPr lang="nl-NL" b="0" dirty="0">
                <a:solidFill>
                  <a:srgbClr val="C00000"/>
                </a:solidFill>
                <a:latin typeface="Calibri" panose="020F0502020204030204" pitchFamily="34" charset="0"/>
              </a:rPr>
              <a:t> opdrachten! </a:t>
            </a:r>
          </a:p>
          <a:p>
            <a:r>
              <a:rPr lang="nl-NL" b="0" dirty="0">
                <a:solidFill>
                  <a:srgbClr val="C00000"/>
                </a:solidFill>
                <a:latin typeface="Calibri" panose="020F0502020204030204" pitchFamily="34" charset="0"/>
              </a:rPr>
              <a:t>(Niet alleen deze drie.)</a:t>
            </a:r>
          </a:p>
        </p:txBody>
      </p:sp>
    </p:spTree>
    <p:extLst>
      <p:ext uri="{BB962C8B-B14F-4D97-AF65-F5344CB8AC3E}">
        <p14:creationId xmlns:p14="http://schemas.microsoft.com/office/powerpoint/2010/main" val="3538151483"/>
      </p:ext>
    </p:extLst>
  </p:cSld>
  <p:clrMapOvr>
    <a:masterClrMapping/>
  </p:clrMapOvr>
</p:sld>
</file>

<file path=ppt/theme/theme1.xml><?xml version="1.0" encoding="utf-8"?>
<a:theme xmlns:a="http://schemas.openxmlformats.org/drawingml/2006/main" name="hoofdstuk pagina">
  <a:themeElements>
    <a:clrScheme name="HR 1">
      <a:dk1>
        <a:srgbClr val="000066"/>
      </a:dk1>
      <a:lt1>
        <a:srgbClr val="FFFFFF"/>
      </a:lt1>
      <a:dk2>
        <a:srgbClr val="000000"/>
      </a:dk2>
      <a:lt2>
        <a:srgbClr val="808080"/>
      </a:lt2>
      <a:accent1>
        <a:srgbClr val="000066"/>
      </a:accent1>
      <a:accent2>
        <a:srgbClr val="B10538"/>
      </a:accent2>
      <a:accent3>
        <a:srgbClr val="FBCC19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1_Lege presentatie">
      <a:majorFont>
        <a:latin typeface="Verdana"/>
        <a:ea typeface="ＭＳ Ｐゴシック"/>
        <a:cs typeface=""/>
      </a:majorFont>
      <a:minorFont>
        <a:latin typeface="Verdana"/>
        <a:ea typeface="ＭＳ Ｐゴシック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-48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-48" charset="-128"/>
          </a:defRPr>
        </a:defPPr>
      </a:lstStyle>
    </a:lnDef>
  </a:objectDefaults>
  <a:extraClrSchemeLst>
    <a:extraClrScheme>
      <a:clrScheme name="1_Lege presentati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Lege presentati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Lege presentati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Lege presentati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Lege presentati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Lege presentati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Lege presentati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Lege presentati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Lege presentati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Lege presentati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Lege presentati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Lege presentati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2013_HR_template_NL.pptx" id="{F7109B89-37BA-4A5F-8748-8029D4C3BADD}" vid="{F69C6172-A376-40A5-9431-FF42499BECDB}"/>
    </a:ext>
  </a:extLst>
</a:theme>
</file>

<file path=ppt/theme/theme2.xml><?xml version="1.0" encoding="utf-8"?>
<a:theme xmlns:a="http://schemas.openxmlformats.org/drawingml/2006/main" name="1_tekst pagina">
  <a:themeElements>
    <a:clrScheme name="Aangepast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42C7"/>
      </a:hlink>
      <a:folHlink>
        <a:srgbClr val="0042C7"/>
      </a:folHlink>
    </a:clrScheme>
    <a:fontScheme name="3_Lege presentatie">
      <a:majorFont>
        <a:latin typeface="Verdana"/>
        <a:ea typeface="ＭＳ Ｐゴシック"/>
        <a:cs typeface=""/>
      </a:majorFont>
      <a:minorFont>
        <a:latin typeface="Verdana"/>
        <a:ea typeface="ＭＳ Ｐゴシック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-48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-48" charset="-128"/>
          </a:defRPr>
        </a:defPPr>
      </a:lstStyle>
    </a:lnDef>
    <a:txDef>
      <a:spPr>
        <a:noFill/>
      </a:spPr>
      <a:bodyPr wrap="none" rtlCol="0">
        <a:spAutoFit/>
      </a:bodyPr>
      <a:lstStyle>
        <a:defPPr>
          <a:defRPr b="0" dirty="0" err="1" smtClean="0">
            <a:solidFill>
              <a:srgbClr val="C00000"/>
            </a:solidFill>
            <a:latin typeface="Calibri" panose="020F0502020204030204" pitchFamily="34" charset="0"/>
          </a:defRPr>
        </a:defPPr>
      </a:lstStyle>
    </a:txDef>
  </a:objectDefaults>
  <a:extraClrSchemeLst>
    <a:extraClrScheme>
      <a:clrScheme name="3_Lege presentati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Lege presentati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Lege presentati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Lege presentati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Lege presentati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Lege presentati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Lege presentati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Lege presentati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Lege presentati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Lege presentati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Lege presentati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Lege presentati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2013_HR_template_NL.pptx" id="{F7109B89-37BA-4A5F-8748-8029D4C3BADD}" vid="{E0B3DCAC-C4DB-4C0B-8706-E78025A1BCAC}"/>
    </a:ext>
  </a:extLst>
</a:theme>
</file>

<file path=ppt/theme/theme3.xml><?xml version="1.0" encoding="utf-8"?>
<a:theme xmlns:a="http://schemas.openxmlformats.org/drawingml/2006/main" name="Kantoorthem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9F07BCB72A92B4C9D76046AECE9B625" ma:contentTypeVersion="0" ma:contentTypeDescription="Een nieuw document maken." ma:contentTypeScope="" ma:versionID="6eba64e5f589dd0ea50e64ebf7ab9e0f">
  <xsd:schema xmlns:xsd="http://www.w3.org/2001/XMLSchema" xmlns:p="http://schemas.microsoft.com/office/2006/metadata/properties" targetNamespace="http://schemas.microsoft.com/office/2006/metadata/properties" ma:root="true" ma:fieldsID="b118b0825d757084c8d1e1ffd33f200c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office/internal/2005/internalDocumentation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 ma:readOnly="tru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lastPrinted" minOccurs="0" maxOccurs="1" type="xsd:dateTime"/>
        <xsd:element name="contentStatus" minOccurs="0" maxOccurs="1" type="xsd:string"/>
      </xsd:all>
    </xsd:complexType>
  </xsd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F368F40-2527-4CD4-8EA8-8965DAA7BFF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8340D80-9729-43ED-BFCA-D40C2EB1FF9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ternal/2005/internalDocumentation"/>
  </ds:schemaRefs>
</ds:datastoreItem>
</file>

<file path=customXml/itemProps3.xml><?xml version="1.0" encoding="utf-8"?>
<ds:datastoreItem xmlns:ds="http://schemas.openxmlformats.org/officeDocument/2006/customXml" ds:itemID="{D3368582-F340-48C1-9CD3-16BF51AC381B}">
  <ds:schemaRefs>
    <ds:schemaRef ds:uri="http://schemas.microsoft.com/office/2006/documentManagement/types"/>
    <ds:schemaRef ds:uri="http://schemas.microsoft.com/office/2006/metadata/properties"/>
    <ds:schemaRef ds:uri="http://purl.org/dc/terms/"/>
    <ds:schemaRef ds:uri="http://purl.org/dc/dcmitype/"/>
    <ds:schemaRef ds:uri="http://schemas.openxmlformats.org/package/2006/metadata/core-properties"/>
    <ds:schemaRef ds:uri="http://purl.org/dc/elements/1.1/"/>
    <ds:schemaRef ds:uri="http://www.w3.org/XML/1998/namespa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1386</TotalTime>
  <Words>1439</Words>
  <Application>Microsoft Office PowerPoint</Application>
  <PresentationFormat>On-screen Show (16:10)</PresentationFormat>
  <Paragraphs>266</Paragraphs>
  <Slides>42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42</vt:i4>
      </vt:variant>
    </vt:vector>
  </HeadingPairs>
  <TitlesOfParts>
    <vt:vector size="50" baseType="lpstr">
      <vt:lpstr>Arial</vt:lpstr>
      <vt:lpstr>Calibri</vt:lpstr>
      <vt:lpstr>Cambria Math</vt:lpstr>
      <vt:lpstr>Lucida Grande</vt:lpstr>
      <vt:lpstr>Open Sans</vt:lpstr>
      <vt:lpstr>Verdana</vt:lpstr>
      <vt:lpstr>hoofdstuk pagina</vt:lpstr>
      <vt:lpstr>1_tekst pagina</vt:lpstr>
      <vt:lpstr>EMS2  Introductie</vt:lpstr>
      <vt:lpstr>Onderwerp EMS2</vt:lpstr>
      <vt:lpstr>Je leert hoe:</vt:lpstr>
      <vt:lpstr>Uiteindelijke doel is om:</vt:lpstr>
      <vt:lpstr>Voorbeeld</vt:lpstr>
      <vt:lpstr>Studiemateriaal</vt:lpstr>
      <vt:lpstr>Werkvormen</vt:lpstr>
      <vt:lpstr>Studiebelasting = 7 studiepunten</vt:lpstr>
      <vt:lpstr>Leerdoelen</vt:lpstr>
      <vt:lpstr>Leerdoelen</vt:lpstr>
      <vt:lpstr>Toetsing en beoordeling</vt:lpstr>
      <vt:lpstr>Toetsing en beoordeling</vt:lpstr>
      <vt:lpstr>Inhoud theorielessen</vt:lpstr>
      <vt:lpstr>Inhoud practicumlessen (labs)</vt:lpstr>
      <vt:lpstr>Overzicht</vt:lpstr>
      <vt:lpstr>Leerdoelen</vt:lpstr>
      <vt:lpstr>Communicatie</vt:lpstr>
      <vt:lpstr>Begrippen datacommunicatie</vt:lpstr>
      <vt:lpstr>Zoek de combinaties</vt:lpstr>
      <vt:lpstr>I2C communicatie</vt:lpstr>
      <vt:lpstr>Parallel versus serieel</vt:lpstr>
      <vt:lpstr>Communicatie</vt:lpstr>
      <vt:lpstr>Parallel versus serieel: (P)ATA versus SATA</vt:lpstr>
      <vt:lpstr>Parallel is op korte afstand wel sneller</vt:lpstr>
      <vt:lpstr>Kanaalcapaciteit en bandbreedte</vt:lpstr>
      <vt:lpstr>  Multiplexing</vt:lpstr>
      <vt:lpstr> TDM Time Division Multiplexing </vt:lpstr>
      <vt:lpstr> FDM Frequency Division Multiplexing </vt:lpstr>
      <vt:lpstr>FDM</vt:lpstr>
      <vt:lpstr>OFDM Orthogonal FDM</vt:lpstr>
      <vt:lpstr>CDMA Code Division Multi Access</vt:lpstr>
      <vt:lpstr>CDMA Voorbeeld met 2 kanalen</vt:lpstr>
      <vt:lpstr>Serieel datatransport</vt:lpstr>
      <vt:lpstr> Synchrone datacommunicatie </vt:lpstr>
      <vt:lpstr> Asynchrone datacommunicatie </vt:lpstr>
      <vt:lpstr>Lijncoderingen (spanningen)</vt:lpstr>
      <vt:lpstr>Lijncoderingen</vt:lpstr>
      <vt:lpstr>Lijncoderingen problemen </vt:lpstr>
      <vt:lpstr>AMI Alternate Mark Inversion</vt:lpstr>
      <vt:lpstr>Differentiële verbinding</vt:lpstr>
      <vt:lpstr>Samenvatting</vt:lpstr>
      <vt:lpstr>Opdrachten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over enkele regel</dc:title>
  <dc:creator>Versluis, D.</dc:creator>
  <cp:lastModifiedBy>Bakker, R. (Roy)</cp:lastModifiedBy>
  <cp:revision>96</cp:revision>
  <cp:lastPrinted>1601-01-01T00:00:00Z</cp:lastPrinted>
  <dcterms:created xsi:type="dcterms:W3CDTF">1601-01-01T00:00:00Z</dcterms:created>
  <dcterms:modified xsi:type="dcterms:W3CDTF">2026-09-02T07:45:51Z</dcterms:modified>
</cp:coreProperties>
</file>