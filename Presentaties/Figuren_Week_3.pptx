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5" r:id="rId3"/>
    <p:sldId id="266" r:id="rId4"/>
    <p:sldId id="267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0080625" cy="7559675"/>
  <p:notesSz cx="7559675" cy="106918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12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Afbeelding 36"/>
          <p:cNvPicPr/>
          <p:nvPr/>
        </p:nvPicPr>
        <p:blipFill>
          <a:blip r:embed="rId2"/>
          <a:stretch>
            <a:fillRect/>
          </a:stretch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Afbeelding 37"/>
          <p:cNvPicPr/>
          <p:nvPr/>
        </p:nvPicPr>
        <p:blipFill>
          <a:blip r:embed="rId2"/>
          <a:stretch>
            <a:fillRect/>
          </a:stretch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BDD8B9DD-0205-477F-9ACF-A1B11940EEF2}" type="slidenum">
              <a:rPr lang="en-US" sz="1400">
                <a:latin typeface="Times New Roman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Hoofdstuk 1</a:t>
            </a:r>
            <a:endParaRPr/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>
                <a:latin typeface="Arial"/>
              </a:rPr>
              <a:t>Inleiding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312071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Analoog versus digitaal 1</a:t>
            </a:r>
            <a:endParaRPr/>
          </a:p>
        </p:txBody>
      </p:sp>
      <p:pic>
        <p:nvPicPr>
          <p:cNvPr id="42" name="Afbeelding 41"/>
          <p:cNvPicPr/>
          <p:nvPr/>
        </p:nvPicPr>
        <p:blipFill>
          <a:blip r:embed="rId2"/>
          <a:stretch>
            <a:fillRect/>
          </a:stretch>
        </p:blipFill>
        <p:spPr>
          <a:xfrm>
            <a:off x="514080" y="2461320"/>
            <a:ext cx="9006480" cy="295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097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Analoog versus digitaal 2</a:t>
            </a:r>
            <a:endParaRPr/>
          </a:p>
        </p:txBody>
      </p:sp>
      <p:pic>
        <p:nvPicPr>
          <p:cNvPr id="44" name="Afbeelding 43"/>
          <p:cNvPicPr/>
          <p:nvPr/>
        </p:nvPicPr>
        <p:blipFill>
          <a:blip r:embed="rId2"/>
          <a:stretch>
            <a:fillRect/>
          </a:stretch>
        </p:blipFill>
        <p:spPr>
          <a:xfrm>
            <a:off x="2226600" y="1638720"/>
            <a:ext cx="5602680" cy="5188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14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Lagenmodel hardware software</a:t>
            </a:r>
            <a:endParaRPr/>
          </a:p>
        </p:txBody>
      </p:sp>
      <p:pic>
        <p:nvPicPr>
          <p:cNvPr id="46" name="Afbeelding 45"/>
          <p:cNvPicPr/>
          <p:nvPr/>
        </p:nvPicPr>
        <p:blipFill>
          <a:blip r:embed="rId2"/>
          <a:stretch>
            <a:fillRect/>
          </a:stretch>
        </p:blipFill>
        <p:spPr>
          <a:xfrm>
            <a:off x="2828880" y="3013560"/>
            <a:ext cx="4514400" cy="16282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81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Hoofdstuk 2</a:t>
            </a:r>
            <a:endParaRPr/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>
                <a:latin typeface="Arial"/>
              </a:rPr>
              <a:t>Computersystemen van groot naar klein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Gegevensstroom door een computer</a:t>
            </a:r>
            <a:endParaRPr/>
          </a:p>
        </p:txBody>
      </p:sp>
      <p:pic>
        <p:nvPicPr>
          <p:cNvPr id="42" name="Afbeelding 41"/>
          <p:cNvPicPr/>
          <p:nvPr/>
        </p:nvPicPr>
        <p:blipFill>
          <a:blip r:embed="rId2"/>
          <a:stretch>
            <a:fillRect/>
          </a:stretch>
        </p:blipFill>
        <p:spPr>
          <a:xfrm>
            <a:off x="730080" y="2181600"/>
            <a:ext cx="8536320" cy="4495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Schematische opbouw mp3-speler</a:t>
            </a:r>
            <a:endParaRPr/>
          </a:p>
        </p:txBody>
      </p:sp>
      <p:pic>
        <p:nvPicPr>
          <p:cNvPr id="44" name="Afbeelding 43"/>
          <p:cNvPicPr/>
          <p:nvPr/>
        </p:nvPicPr>
        <p:blipFill>
          <a:blip r:embed="rId2"/>
          <a:stretch>
            <a:fillRect/>
          </a:stretch>
        </p:blipFill>
        <p:spPr>
          <a:xfrm>
            <a:off x="838080" y="2313720"/>
            <a:ext cx="8366400" cy="3768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Dataopslag van geluidsgegevens</a:t>
            </a:r>
            <a:endParaRPr/>
          </a:p>
        </p:txBody>
      </p:sp>
      <p:pic>
        <p:nvPicPr>
          <p:cNvPr id="46" name="Afbeelding 45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572560"/>
            <a:ext cx="9189360" cy="2616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Bewerking van data</a:t>
            </a:r>
            <a:endParaRPr/>
          </a:p>
        </p:txBody>
      </p:sp>
      <p:pic>
        <p:nvPicPr>
          <p:cNvPr id="48" name="Afbeelding 47"/>
          <p:cNvPicPr/>
          <p:nvPr/>
        </p:nvPicPr>
        <p:blipFill>
          <a:blip r:embed="rId2"/>
          <a:stretch>
            <a:fillRect/>
          </a:stretch>
        </p:blipFill>
        <p:spPr>
          <a:xfrm>
            <a:off x="586080" y="2720520"/>
            <a:ext cx="8823600" cy="2883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Weergave van digitaal opgeslagen geluid</a:t>
            </a:r>
            <a:endParaRPr/>
          </a:p>
        </p:txBody>
      </p:sp>
      <p:pic>
        <p:nvPicPr>
          <p:cNvPr id="50" name="Afbeelding 49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313720"/>
            <a:ext cx="9006480" cy="4056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Opname, bewerking en weergave van geluid</a:t>
            </a:r>
            <a:endParaRPr/>
          </a:p>
        </p:txBody>
      </p:sp>
      <p:pic>
        <p:nvPicPr>
          <p:cNvPr id="52" name="Afbeelding 51"/>
          <p:cNvPicPr/>
          <p:nvPr/>
        </p:nvPicPr>
        <p:blipFill>
          <a:blip r:embed="rId2"/>
          <a:stretch>
            <a:fillRect/>
          </a:stretch>
        </p:blipFill>
        <p:spPr>
          <a:xfrm>
            <a:off x="694080" y="3028320"/>
            <a:ext cx="8732160" cy="2196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Drie vormen van realtime</a:t>
            </a:r>
            <a:endParaRPr/>
          </a:p>
        </p:txBody>
      </p:sp>
      <p:pic>
        <p:nvPicPr>
          <p:cNvPr id="54" name="Afbeelding 53"/>
          <p:cNvPicPr/>
          <p:nvPr/>
        </p:nvPicPr>
        <p:blipFill>
          <a:blip r:embed="rId2"/>
          <a:stretch>
            <a:fillRect/>
          </a:stretch>
        </p:blipFill>
        <p:spPr>
          <a:xfrm>
            <a:off x="1378080" y="1841040"/>
            <a:ext cx="6903360" cy="5137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Hoofdstuk 7</a:t>
            </a:r>
            <a:endParaRPr/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>
                <a:latin typeface="Arial"/>
              </a:rPr>
              <a:t>Computerarchitectuur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416848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Schematische opbouw van een computersysteem</a:t>
            </a:r>
            <a:endParaRPr/>
          </a:p>
        </p:txBody>
      </p:sp>
      <p:pic>
        <p:nvPicPr>
          <p:cNvPr id="42" name="Afbeelding 41"/>
          <p:cNvPicPr/>
          <p:nvPr/>
        </p:nvPicPr>
        <p:blipFill>
          <a:blip r:embed="rId2"/>
          <a:stretch>
            <a:fillRect/>
          </a:stretch>
        </p:blipFill>
        <p:spPr>
          <a:xfrm>
            <a:off x="948960" y="1970640"/>
            <a:ext cx="8297280" cy="496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60585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Busverbinding</a:t>
            </a:r>
            <a:endParaRPr/>
          </a:p>
        </p:txBody>
      </p:sp>
      <p:pic>
        <p:nvPicPr>
          <p:cNvPr id="44" name="Afbeelding 43"/>
          <p:cNvPicPr/>
          <p:nvPr/>
        </p:nvPicPr>
        <p:blipFill>
          <a:blip r:embed="rId2"/>
          <a:stretch>
            <a:fillRect/>
          </a:stretch>
        </p:blipFill>
        <p:spPr>
          <a:xfrm>
            <a:off x="874080" y="3258360"/>
            <a:ext cx="8366400" cy="1662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74716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Vier modulen op een buslijn</a:t>
            </a:r>
            <a:endParaRPr/>
          </a:p>
        </p:txBody>
      </p:sp>
      <p:pic>
        <p:nvPicPr>
          <p:cNvPr id="46" name="Afbeelding 45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492280"/>
            <a:ext cx="9006480" cy="33519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01410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Vier-lijns busverbinding</a:t>
            </a:r>
            <a:endParaRPr/>
          </a:p>
        </p:txBody>
      </p:sp>
      <p:pic>
        <p:nvPicPr>
          <p:cNvPr id="48" name="Afbeelding 47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882160"/>
            <a:ext cx="8915040" cy="2755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1474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Compacte tekenwijze voor vier-lijns bus</a:t>
            </a:r>
            <a:endParaRPr/>
          </a:p>
        </p:txBody>
      </p:sp>
      <p:pic>
        <p:nvPicPr>
          <p:cNvPr id="50" name="Afbeelding 49"/>
          <p:cNvPicPr/>
          <p:nvPr/>
        </p:nvPicPr>
        <p:blipFill>
          <a:blip r:embed="rId2"/>
          <a:stretch>
            <a:fillRect/>
          </a:stretch>
        </p:blipFill>
        <p:spPr>
          <a:xfrm>
            <a:off x="622080" y="2909520"/>
            <a:ext cx="8915040" cy="2452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774059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Datatransfer van A naar B</a:t>
            </a:r>
            <a:endParaRPr/>
          </a:p>
        </p:txBody>
      </p:sp>
      <p:pic>
        <p:nvPicPr>
          <p:cNvPr id="52" name="Afbeelding 51"/>
          <p:cNvPicPr/>
          <p:nvPr/>
        </p:nvPicPr>
        <p:blipFill>
          <a:blip r:embed="rId2"/>
          <a:stretch>
            <a:fillRect/>
          </a:stretch>
        </p:blipFill>
        <p:spPr>
          <a:xfrm>
            <a:off x="965880" y="1845360"/>
            <a:ext cx="8224920" cy="48704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204617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Drie registers</a:t>
            </a:r>
            <a:endParaRPr/>
          </a:p>
        </p:txBody>
      </p:sp>
      <p:pic>
        <p:nvPicPr>
          <p:cNvPr id="54" name="Afbeelding 53"/>
          <p:cNvPicPr/>
          <p:nvPr/>
        </p:nvPicPr>
        <p:blipFill>
          <a:blip r:embed="rId2"/>
          <a:stretch>
            <a:fillRect/>
          </a:stretch>
        </p:blipFill>
        <p:spPr>
          <a:xfrm>
            <a:off x="622080" y="2187720"/>
            <a:ext cx="8732160" cy="4151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726658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Tristate buffer voor busgebruik</a:t>
            </a:r>
            <a:endParaRPr/>
          </a:p>
        </p:txBody>
      </p:sp>
      <p:pic>
        <p:nvPicPr>
          <p:cNvPr id="56" name="Afbeelding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987920" y="1676880"/>
            <a:ext cx="6058080" cy="50752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03892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Gebruik van een bus</a:t>
            </a:r>
            <a:endParaRPr/>
          </a:p>
        </p:txBody>
      </p:sp>
      <p:pic>
        <p:nvPicPr>
          <p:cNvPr id="58" name="Afbeelding 57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095200"/>
            <a:ext cx="8915040" cy="40834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522046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Bidirectionele buffers</a:t>
            </a:r>
            <a:endParaRPr/>
          </a:p>
        </p:txBody>
      </p:sp>
      <p:pic>
        <p:nvPicPr>
          <p:cNvPr id="60" name="Afbeelding 59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80" y="1639440"/>
            <a:ext cx="7634880" cy="5278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64591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RAM-module gezien door de CPU</a:t>
            </a:r>
            <a:endParaRPr/>
          </a:p>
        </p:txBody>
      </p:sp>
      <p:pic>
        <p:nvPicPr>
          <p:cNvPr id="62" name="Afbeelding 61"/>
          <p:cNvPicPr/>
          <p:nvPr/>
        </p:nvPicPr>
        <p:blipFill>
          <a:blip r:embed="rId2"/>
          <a:stretch>
            <a:fillRect/>
          </a:stretch>
        </p:blipFill>
        <p:spPr>
          <a:xfrm>
            <a:off x="946080" y="2169360"/>
            <a:ext cx="8183520" cy="4446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64402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Aansluitingen van een RAM-module</a:t>
            </a:r>
            <a:endParaRPr/>
          </a:p>
        </p:txBody>
      </p:sp>
      <p:pic>
        <p:nvPicPr>
          <p:cNvPr id="64" name="Afbeelding 63"/>
          <p:cNvPicPr/>
          <p:nvPr/>
        </p:nvPicPr>
        <p:blipFill>
          <a:blip r:embed="rId2"/>
          <a:stretch>
            <a:fillRect/>
          </a:stretch>
        </p:blipFill>
        <p:spPr>
          <a:xfrm>
            <a:off x="910080" y="2080440"/>
            <a:ext cx="8274960" cy="44060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14542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Geheugenmodule met vier registers</a:t>
            </a:r>
            <a:endParaRPr/>
          </a:p>
        </p:txBody>
      </p:sp>
      <p:pic>
        <p:nvPicPr>
          <p:cNvPr id="66" name="Afbeelding 65"/>
          <p:cNvPicPr/>
          <p:nvPr/>
        </p:nvPicPr>
        <p:blipFill>
          <a:blip r:embed="rId2"/>
          <a:stretch>
            <a:fillRect/>
          </a:stretch>
        </p:blipFill>
        <p:spPr>
          <a:xfrm>
            <a:off x="1804680" y="1343880"/>
            <a:ext cx="6900840" cy="5932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315444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Select-signalen voor de geheugenmodule met vier registers</a:t>
            </a:r>
            <a:endParaRPr/>
          </a:p>
        </p:txBody>
      </p:sp>
      <p:pic>
        <p:nvPicPr>
          <p:cNvPr id="68" name="Afbeelding 67"/>
          <p:cNvPicPr/>
          <p:nvPr/>
        </p:nvPicPr>
        <p:blipFill>
          <a:blip r:embed="rId2"/>
          <a:stretch>
            <a:fillRect/>
          </a:stretch>
        </p:blipFill>
        <p:spPr>
          <a:xfrm>
            <a:off x="550080" y="2790000"/>
            <a:ext cx="8967600" cy="2743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466382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Eenvoudige geheugenmodule</a:t>
            </a:r>
            <a:endParaRPr/>
          </a:p>
        </p:txBody>
      </p:sp>
      <p:pic>
        <p:nvPicPr>
          <p:cNvPr id="70" name="Afbeelding 69"/>
          <p:cNvPicPr/>
          <p:nvPr/>
        </p:nvPicPr>
        <p:blipFill>
          <a:blip r:embed="rId2"/>
          <a:stretch>
            <a:fillRect/>
          </a:stretch>
        </p:blipFill>
        <p:spPr>
          <a:xfrm>
            <a:off x="721080" y="2498040"/>
            <a:ext cx="8528040" cy="3823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94043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Tijdsdiagram van de geheugenmodule</a:t>
            </a:r>
            <a:endParaRPr/>
          </a:p>
        </p:txBody>
      </p:sp>
      <p:pic>
        <p:nvPicPr>
          <p:cNvPr id="72" name="Afbeelding 71"/>
          <p:cNvPicPr/>
          <p:nvPr/>
        </p:nvPicPr>
        <p:blipFill>
          <a:blip r:embed="rId2"/>
          <a:stretch>
            <a:fillRect/>
          </a:stretch>
        </p:blipFill>
        <p:spPr>
          <a:xfrm>
            <a:off x="946080" y="2383560"/>
            <a:ext cx="8159400" cy="3620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8954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Vier RAM-modulen met eigen adresbereik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211B8F-1989-DFD1-40DB-EEA6707EE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61" y="1563480"/>
            <a:ext cx="8545118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4873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Equivalent van figuur 7.17</a:t>
            </a:r>
            <a:endParaRPr/>
          </a:p>
        </p:txBody>
      </p:sp>
      <p:pic>
        <p:nvPicPr>
          <p:cNvPr id="76" name="Afbeelding 75"/>
          <p:cNvPicPr/>
          <p:nvPr/>
        </p:nvPicPr>
        <p:blipFill>
          <a:blip r:embed="rId2"/>
          <a:stretch>
            <a:fillRect/>
          </a:stretch>
        </p:blipFill>
        <p:spPr>
          <a:xfrm>
            <a:off x="1507320" y="1595880"/>
            <a:ext cx="7067880" cy="5521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921756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De uit vier submodulen opgebouwde RAM-module</a:t>
            </a:r>
            <a:endParaRPr/>
          </a:p>
        </p:txBody>
      </p:sp>
      <p:pic>
        <p:nvPicPr>
          <p:cNvPr id="78" name="Afbeelding 77"/>
          <p:cNvPicPr/>
          <p:nvPr/>
        </p:nvPicPr>
        <p:blipFill>
          <a:blip r:embed="rId2"/>
          <a:stretch>
            <a:fillRect/>
          </a:stretch>
        </p:blipFill>
        <p:spPr>
          <a:xfrm>
            <a:off x="1397880" y="1692360"/>
            <a:ext cx="7310520" cy="53679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55100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Parallelgeschakelde RAM-modulen</a:t>
            </a:r>
            <a:endParaRPr/>
          </a:p>
        </p:txBody>
      </p:sp>
      <p:pic>
        <p:nvPicPr>
          <p:cNvPr id="80" name="Afbeelding 79"/>
          <p:cNvPicPr/>
          <p:nvPr/>
        </p:nvPicPr>
        <p:blipFill>
          <a:blip r:embed="rId2"/>
          <a:stretch>
            <a:fillRect/>
          </a:stretch>
        </p:blipFill>
        <p:spPr>
          <a:xfrm>
            <a:off x="1054080" y="1827360"/>
            <a:ext cx="8000640" cy="4889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40786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Equivalent van figuur 7.20</a:t>
            </a:r>
            <a:endParaRPr/>
          </a:p>
        </p:txBody>
      </p:sp>
      <p:pic>
        <p:nvPicPr>
          <p:cNvPr id="82" name="Afbeelding 81"/>
          <p:cNvPicPr/>
          <p:nvPr/>
        </p:nvPicPr>
        <p:blipFill>
          <a:blip r:embed="rId2"/>
          <a:stretch>
            <a:fillRect/>
          </a:stretch>
        </p:blipFill>
        <p:spPr>
          <a:xfrm>
            <a:off x="1295640" y="1454040"/>
            <a:ext cx="7540200" cy="57531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058144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EPROM-module</a:t>
            </a:r>
            <a:endParaRPr/>
          </a:p>
        </p:txBody>
      </p:sp>
      <p:pic>
        <p:nvPicPr>
          <p:cNvPr id="84" name="Afbeelding 83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80" y="2028600"/>
            <a:ext cx="7817760" cy="44661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48719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DRAM met RAS- en CAS-lijnen</a:t>
            </a:r>
            <a:endParaRPr/>
          </a:p>
        </p:txBody>
      </p:sp>
      <p:pic>
        <p:nvPicPr>
          <p:cNvPr id="86" name="Afbeelding 85"/>
          <p:cNvPicPr/>
          <p:nvPr/>
        </p:nvPicPr>
        <p:blipFill>
          <a:blip r:embed="rId2"/>
          <a:stretch>
            <a:fillRect/>
          </a:stretch>
        </p:blipFill>
        <p:spPr>
          <a:xfrm>
            <a:off x="1054080" y="2108880"/>
            <a:ext cx="7909200" cy="42228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60841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30-pins simm</a:t>
            </a:r>
            <a:endParaRPr/>
          </a:p>
        </p:txBody>
      </p:sp>
      <p:pic>
        <p:nvPicPr>
          <p:cNvPr id="88" name="Afbeelding 87"/>
          <p:cNvPicPr/>
          <p:nvPr/>
        </p:nvPicPr>
        <p:blipFill>
          <a:blip r:embed="rId2"/>
          <a:stretch>
            <a:fillRect/>
          </a:stretch>
        </p:blipFill>
        <p:spPr>
          <a:xfrm>
            <a:off x="1198080" y="3379680"/>
            <a:ext cx="7909200" cy="21722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44678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Opbouw van een Mbyte-simm</a:t>
            </a:r>
            <a:endParaRPr/>
          </a:p>
        </p:txBody>
      </p:sp>
      <p:pic>
        <p:nvPicPr>
          <p:cNvPr id="90" name="Afbeelding 89"/>
          <p:cNvPicPr/>
          <p:nvPr/>
        </p:nvPicPr>
        <p:blipFill>
          <a:blip r:embed="rId2"/>
          <a:stretch>
            <a:fillRect/>
          </a:stretch>
        </p:blipFill>
        <p:spPr>
          <a:xfrm>
            <a:off x="1558080" y="1716480"/>
            <a:ext cx="6903360" cy="4914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48859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72-pins simm</a:t>
            </a:r>
            <a:endParaRPr/>
          </a:p>
        </p:txBody>
      </p:sp>
      <p:pic>
        <p:nvPicPr>
          <p:cNvPr id="92" name="Afbeelding 91"/>
          <p:cNvPicPr/>
          <p:nvPr/>
        </p:nvPicPr>
        <p:blipFill>
          <a:blip r:embed="rId2"/>
          <a:stretch>
            <a:fillRect/>
          </a:stretch>
        </p:blipFill>
        <p:spPr>
          <a:xfrm>
            <a:off x="730080" y="2976480"/>
            <a:ext cx="8640720" cy="16455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47496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Algemeen blokschema van een computer</a:t>
            </a:r>
            <a:endParaRPr/>
          </a:p>
        </p:txBody>
      </p:sp>
      <p:pic>
        <p:nvPicPr>
          <p:cNvPr id="94" name="Afbeelding 93"/>
          <p:cNvPicPr/>
          <p:nvPr/>
        </p:nvPicPr>
        <p:blipFill>
          <a:blip r:embed="rId2"/>
          <a:stretch>
            <a:fillRect/>
          </a:stretch>
        </p:blipFill>
        <p:spPr>
          <a:xfrm>
            <a:off x="694080" y="2325600"/>
            <a:ext cx="8640720" cy="3809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84012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Hoofdstuk 8</a:t>
            </a:r>
            <a:endParaRPr/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>
                <a:latin typeface="Arial"/>
              </a:rPr>
              <a:t>Systeembussen, I/O en dataopslag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95152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Asynchrone bus</a:t>
            </a:r>
            <a:endParaRPr/>
          </a:p>
        </p:txBody>
      </p:sp>
      <p:pic>
        <p:nvPicPr>
          <p:cNvPr id="42" name="Afbeelding 41"/>
          <p:cNvPicPr/>
          <p:nvPr/>
        </p:nvPicPr>
        <p:blipFill>
          <a:blip r:embed="rId2"/>
          <a:stretch>
            <a:fillRect/>
          </a:stretch>
        </p:blipFill>
        <p:spPr>
          <a:xfrm>
            <a:off x="903960" y="1846800"/>
            <a:ext cx="8281080" cy="45266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296491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Synchrone bus</a:t>
            </a:r>
            <a:endParaRPr/>
          </a:p>
        </p:txBody>
      </p:sp>
      <p:pic>
        <p:nvPicPr>
          <p:cNvPr id="44" name="Afbeelding 43"/>
          <p:cNvPicPr/>
          <p:nvPr/>
        </p:nvPicPr>
        <p:blipFill>
          <a:blip r:embed="rId2"/>
          <a:stretch>
            <a:fillRect/>
          </a:stretch>
        </p:blipFill>
        <p:spPr>
          <a:xfrm>
            <a:off x="687960" y="1764720"/>
            <a:ext cx="8555400" cy="4816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7304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Systeemarchitectuur op basis van PCI-express</a:t>
            </a:r>
            <a:endParaRPr/>
          </a:p>
        </p:txBody>
      </p:sp>
      <p:pic>
        <p:nvPicPr>
          <p:cNvPr id="46" name="Afbeelding 45"/>
          <p:cNvPicPr/>
          <p:nvPr/>
        </p:nvPicPr>
        <p:blipFill>
          <a:blip r:embed="rId2"/>
          <a:stretch>
            <a:fillRect/>
          </a:stretch>
        </p:blipFill>
        <p:spPr>
          <a:xfrm>
            <a:off x="2342160" y="1794240"/>
            <a:ext cx="5668200" cy="55076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91231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>
                <a:latin typeface="Arial"/>
              </a:rPr>
              <a:t>Organisatie van de USB-architectuur</a:t>
            </a:r>
            <a:endParaRPr/>
          </a:p>
        </p:txBody>
      </p:sp>
      <p:pic>
        <p:nvPicPr>
          <p:cNvPr id="48" name="Afbeelding 47"/>
          <p:cNvPicPr/>
          <p:nvPr/>
        </p:nvPicPr>
        <p:blipFill>
          <a:blip r:embed="rId2"/>
          <a:stretch>
            <a:fillRect/>
          </a:stretch>
        </p:blipFill>
        <p:spPr>
          <a:xfrm>
            <a:off x="580680" y="2094120"/>
            <a:ext cx="8921160" cy="44388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67390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Custom</PresentationFormat>
  <Paragraphs>49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StarSymbol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cp:lastModifiedBy>Verhagen, R.T. (Ron)</cp:lastModifiedBy>
  <cp:revision>3</cp:revision>
  <dcterms:modified xsi:type="dcterms:W3CDTF">2026-07-15T13:21:38Z</dcterms:modified>
</cp:coreProperties>
</file>